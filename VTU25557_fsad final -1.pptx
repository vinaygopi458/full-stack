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3EB9E-7C4A-4D54-BEA1-8585EB9C15C0}" v="7" dt="2026-05-05T19:05:09.1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9BC69-3FD5-4277-A9DD-61112AD8CC46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234FE-06D3-45F8-BCF5-0FEAB26530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9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234FE-06D3-45F8-BCF5-0FEAB265308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09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1451" y="68809"/>
            <a:ext cx="1451977" cy="14621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831211" y="0"/>
            <a:ext cx="5457190" cy="6689725"/>
          </a:xfrm>
          <a:custGeom>
            <a:avLst/>
            <a:gdLst/>
            <a:ahLst/>
            <a:cxnLst/>
            <a:rect l="l" t="t" r="r" b="b"/>
            <a:pathLst>
              <a:path w="5457190" h="6689725">
                <a:moveTo>
                  <a:pt x="129367" y="0"/>
                </a:moveTo>
                <a:lnTo>
                  <a:pt x="116436" y="59953"/>
                </a:lnTo>
                <a:lnTo>
                  <a:pt x="107086" y="105648"/>
                </a:lnTo>
                <a:lnTo>
                  <a:pt x="98114" y="151481"/>
                </a:lnTo>
                <a:lnTo>
                  <a:pt x="89522" y="197448"/>
                </a:lnTo>
                <a:lnTo>
                  <a:pt x="81313" y="243549"/>
                </a:lnTo>
                <a:lnTo>
                  <a:pt x="73487" y="289781"/>
                </a:lnTo>
                <a:lnTo>
                  <a:pt x="66047" y="336144"/>
                </a:lnTo>
                <a:lnTo>
                  <a:pt x="58995" y="382635"/>
                </a:lnTo>
                <a:lnTo>
                  <a:pt x="52331" y="429252"/>
                </a:lnTo>
                <a:lnTo>
                  <a:pt x="46058" y="475995"/>
                </a:lnTo>
                <a:lnTo>
                  <a:pt x="40177" y="522860"/>
                </a:lnTo>
                <a:lnTo>
                  <a:pt x="34690" y="569847"/>
                </a:lnTo>
                <a:lnTo>
                  <a:pt x="29599" y="616954"/>
                </a:lnTo>
                <a:lnTo>
                  <a:pt x="24906" y="664179"/>
                </a:lnTo>
                <a:lnTo>
                  <a:pt x="20612" y="711520"/>
                </a:lnTo>
                <a:lnTo>
                  <a:pt x="16718" y="758976"/>
                </a:lnTo>
                <a:lnTo>
                  <a:pt x="13228" y="806544"/>
                </a:lnTo>
                <a:lnTo>
                  <a:pt x="10141" y="854224"/>
                </a:lnTo>
                <a:lnTo>
                  <a:pt x="7461" y="902014"/>
                </a:lnTo>
                <a:lnTo>
                  <a:pt x="5188" y="949911"/>
                </a:lnTo>
                <a:lnTo>
                  <a:pt x="3325" y="997915"/>
                </a:lnTo>
                <a:lnTo>
                  <a:pt x="1873" y="1046023"/>
                </a:lnTo>
                <a:lnTo>
                  <a:pt x="833" y="1094234"/>
                </a:lnTo>
                <a:lnTo>
                  <a:pt x="208" y="1142546"/>
                </a:lnTo>
                <a:lnTo>
                  <a:pt x="0" y="1190957"/>
                </a:lnTo>
                <a:lnTo>
                  <a:pt x="208" y="1239368"/>
                </a:lnTo>
                <a:lnTo>
                  <a:pt x="833" y="1287680"/>
                </a:lnTo>
                <a:lnTo>
                  <a:pt x="1872" y="1335890"/>
                </a:lnTo>
                <a:lnTo>
                  <a:pt x="3325" y="1383998"/>
                </a:lnTo>
                <a:lnTo>
                  <a:pt x="5188" y="1432002"/>
                </a:lnTo>
                <a:lnTo>
                  <a:pt x="7461" y="1479899"/>
                </a:lnTo>
                <a:lnTo>
                  <a:pt x="10141" y="1527689"/>
                </a:lnTo>
                <a:lnTo>
                  <a:pt x="13227" y="1575369"/>
                </a:lnTo>
                <a:lnTo>
                  <a:pt x="16718" y="1622938"/>
                </a:lnTo>
                <a:lnTo>
                  <a:pt x="20611" y="1670394"/>
                </a:lnTo>
                <a:lnTo>
                  <a:pt x="24905" y="1717735"/>
                </a:lnTo>
                <a:lnTo>
                  <a:pt x="29598" y="1764960"/>
                </a:lnTo>
                <a:lnTo>
                  <a:pt x="34689" y="1812066"/>
                </a:lnTo>
                <a:lnTo>
                  <a:pt x="40176" y="1859053"/>
                </a:lnTo>
                <a:lnTo>
                  <a:pt x="46056" y="1905919"/>
                </a:lnTo>
                <a:lnTo>
                  <a:pt x="52329" y="1952661"/>
                </a:lnTo>
                <a:lnTo>
                  <a:pt x="58993" y="1999279"/>
                </a:lnTo>
                <a:lnTo>
                  <a:pt x="66045" y="2045769"/>
                </a:lnTo>
                <a:lnTo>
                  <a:pt x="73485" y="2092132"/>
                </a:lnTo>
                <a:lnTo>
                  <a:pt x="81310" y="2138365"/>
                </a:lnTo>
                <a:lnTo>
                  <a:pt x="89519" y="2184465"/>
                </a:lnTo>
                <a:lnTo>
                  <a:pt x="98110" y="2230433"/>
                </a:lnTo>
                <a:lnTo>
                  <a:pt x="107082" y="2276265"/>
                </a:lnTo>
                <a:lnTo>
                  <a:pt x="116432" y="2321961"/>
                </a:lnTo>
                <a:lnTo>
                  <a:pt x="126160" y="2367518"/>
                </a:lnTo>
                <a:lnTo>
                  <a:pt x="136263" y="2412935"/>
                </a:lnTo>
                <a:lnTo>
                  <a:pt x="146739" y="2458210"/>
                </a:lnTo>
                <a:lnTo>
                  <a:pt x="157587" y="2503341"/>
                </a:lnTo>
                <a:lnTo>
                  <a:pt x="168806" y="2548327"/>
                </a:lnTo>
                <a:lnTo>
                  <a:pt x="180393" y="2593166"/>
                </a:lnTo>
                <a:lnTo>
                  <a:pt x="192346" y="2637856"/>
                </a:lnTo>
                <a:lnTo>
                  <a:pt x="204665" y="2682396"/>
                </a:lnTo>
                <a:lnTo>
                  <a:pt x="217348" y="2726783"/>
                </a:lnTo>
                <a:lnTo>
                  <a:pt x="230392" y="2771017"/>
                </a:lnTo>
                <a:lnTo>
                  <a:pt x="243795" y="2815095"/>
                </a:lnTo>
                <a:lnTo>
                  <a:pt x="257558" y="2859016"/>
                </a:lnTo>
                <a:lnTo>
                  <a:pt x="271676" y="2902778"/>
                </a:lnTo>
                <a:lnTo>
                  <a:pt x="286150" y="2946380"/>
                </a:lnTo>
                <a:lnTo>
                  <a:pt x="300977" y="2989819"/>
                </a:lnTo>
                <a:lnTo>
                  <a:pt x="316155" y="3033094"/>
                </a:lnTo>
                <a:lnTo>
                  <a:pt x="331683" y="3076203"/>
                </a:lnTo>
                <a:lnTo>
                  <a:pt x="347560" y="3119145"/>
                </a:lnTo>
                <a:lnTo>
                  <a:pt x="363782" y="3161917"/>
                </a:lnTo>
                <a:lnTo>
                  <a:pt x="380349" y="3204519"/>
                </a:lnTo>
                <a:lnTo>
                  <a:pt x="397259" y="3246948"/>
                </a:lnTo>
                <a:lnTo>
                  <a:pt x="414511" y="3289202"/>
                </a:lnTo>
                <a:lnTo>
                  <a:pt x="432102" y="3331281"/>
                </a:lnTo>
                <a:lnTo>
                  <a:pt x="450030" y="3373182"/>
                </a:lnTo>
                <a:lnTo>
                  <a:pt x="468295" y="3414904"/>
                </a:lnTo>
                <a:lnTo>
                  <a:pt x="486894" y="3456445"/>
                </a:lnTo>
                <a:lnTo>
                  <a:pt x="505826" y="3497802"/>
                </a:lnTo>
                <a:lnTo>
                  <a:pt x="525090" y="3538976"/>
                </a:lnTo>
                <a:lnTo>
                  <a:pt x="544682" y="3579963"/>
                </a:lnTo>
                <a:lnTo>
                  <a:pt x="564602" y="3620762"/>
                </a:lnTo>
                <a:lnTo>
                  <a:pt x="584848" y="3661371"/>
                </a:lnTo>
                <a:lnTo>
                  <a:pt x="605418" y="3701789"/>
                </a:lnTo>
                <a:lnTo>
                  <a:pt x="626311" y="3742015"/>
                </a:lnTo>
                <a:lnTo>
                  <a:pt x="647524" y="3782045"/>
                </a:lnTo>
                <a:lnTo>
                  <a:pt x="669056" y="3821879"/>
                </a:lnTo>
                <a:lnTo>
                  <a:pt x="690906" y="3861515"/>
                </a:lnTo>
                <a:lnTo>
                  <a:pt x="713072" y="3900951"/>
                </a:lnTo>
                <a:lnTo>
                  <a:pt x="735552" y="3940185"/>
                </a:lnTo>
                <a:lnTo>
                  <a:pt x="758343" y="3979216"/>
                </a:lnTo>
                <a:lnTo>
                  <a:pt x="781446" y="4018043"/>
                </a:lnTo>
                <a:lnTo>
                  <a:pt x="804857" y="4056662"/>
                </a:lnTo>
                <a:lnTo>
                  <a:pt x="828576" y="4095073"/>
                </a:lnTo>
                <a:lnTo>
                  <a:pt x="852600" y="4133275"/>
                </a:lnTo>
                <a:lnTo>
                  <a:pt x="876927" y="4171264"/>
                </a:lnTo>
                <a:lnTo>
                  <a:pt x="901557" y="4209040"/>
                </a:lnTo>
                <a:lnTo>
                  <a:pt x="926487" y="4246601"/>
                </a:lnTo>
                <a:lnTo>
                  <a:pt x="951716" y="4283945"/>
                </a:lnTo>
                <a:lnTo>
                  <a:pt x="977242" y="4321070"/>
                </a:lnTo>
                <a:lnTo>
                  <a:pt x="1003063" y="4357975"/>
                </a:lnTo>
                <a:lnTo>
                  <a:pt x="1029177" y="4394658"/>
                </a:lnTo>
                <a:lnTo>
                  <a:pt x="1055584" y="4431117"/>
                </a:lnTo>
                <a:lnTo>
                  <a:pt x="1082280" y="4467351"/>
                </a:lnTo>
                <a:lnTo>
                  <a:pt x="1109265" y="4503358"/>
                </a:lnTo>
                <a:lnTo>
                  <a:pt x="1136537" y="4539136"/>
                </a:lnTo>
                <a:lnTo>
                  <a:pt x="1164094" y="4574683"/>
                </a:lnTo>
                <a:lnTo>
                  <a:pt x="1191934" y="4609999"/>
                </a:lnTo>
                <a:lnTo>
                  <a:pt x="1220055" y="4645080"/>
                </a:lnTo>
                <a:lnTo>
                  <a:pt x="1248457" y="4679926"/>
                </a:lnTo>
                <a:lnTo>
                  <a:pt x="1277137" y="4714534"/>
                </a:lnTo>
                <a:lnTo>
                  <a:pt x="1306093" y="4748904"/>
                </a:lnTo>
                <a:lnTo>
                  <a:pt x="1335324" y="4783032"/>
                </a:lnTo>
                <a:lnTo>
                  <a:pt x="1364828" y="4816919"/>
                </a:lnTo>
                <a:lnTo>
                  <a:pt x="1394604" y="4850561"/>
                </a:lnTo>
                <a:lnTo>
                  <a:pt x="1424649" y="4883957"/>
                </a:lnTo>
                <a:lnTo>
                  <a:pt x="1454963" y="4917106"/>
                </a:lnTo>
                <a:lnTo>
                  <a:pt x="1485542" y="4950005"/>
                </a:lnTo>
                <a:lnTo>
                  <a:pt x="1516386" y="4982654"/>
                </a:lnTo>
                <a:lnTo>
                  <a:pt x="1547493" y="5015049"/>
                </a:lnTo>
                <a:lnTo>
                  <a:pt x="1578861" y="5047191"/>
                </a:lnTo>
                <a:lnTo>
                  <a:pt x="1610489" y="5079076"/>
                </a:lnTo>
                <a:lnTo>
                  <a:pt x="1642374" y="5110704"/>
                </a:lnTo>
                <a:lnTo>
                  <a:pt x="1674516" y="5142072"/>
                </a:lnTo>
                <a:lnTo>
                  <a:pt x="1706912" y="5173179"/>
                </a:lnTo>
                <a:lnTo>
                  <a:pt x="1739560" y="5204023"/>
                </a:lnTo>
                <a:lnTo>
                  <a:pt x="1772460" y="5234603"/>
                </a:lnTo>
                <a:lnTo>
                  <a:pt x="1805609" y="5264916"/>
                </a:lnTo>
                <a:lnTo>
                  <a:pt x="1839005" y="5294961"/>
                </a:lnTo>
                <a:lnTo>
                  <a:pt x="1872647" y="5324737"/>
                </a:lnTo>
                <a:lnTo>
                  <a:pt x="1906533" y="5354241"/>
                </a:lnTo>
                <a:lnTo>
                  <a:pt x="1940662" y="5383472"/>
                </a:lnTo>
                <a:lnTo>
                  <a:pt x="1975031" y="5412429"/>
                </a:lnTo>
                <a:lnTo>
                  <a:pt x="2009640" y="5441108"/>
                </a:lnTo>
                <a:lnTo>
                  <a:pt x="2044485" y="5469510"/>
                </a:lnTo>
                <a:lnTo>
                  <a:pt x="2079567" y="5497632"/>
                </a:lnTo>
                <a:lnTo>
                  <a:pt x="2114882" y="5525472"/>
                </a:lnTo>
                <a:lnTo>
                  <a:pt x="2150429" y="5553028"/>
                </a:lnTo>
                <a:lnTo>
                  <a:pt x="2186207" y="5580300"/>
                </a:lnTo>
                <a:lnTo>
                  <a:pt x="2222214" y="5607285"/>
                </a:lnTo>
                <a:lnTo>
                  <a:pt x="2258448" y="5633982"/>
                </a:lnTo>
                <a:lnTo>
                  <a:pt x="2294907" y="5660388"/>
                </a:lnTo>
                <a:lnTo>
                  <a:pt x="2331590" y="5686503"/>
                </a:lnTo>
                <a:lnTo>
                  <a:pt x="2368495" y="5712324"/>
                </a:lnTo>
                <a:lnTo>
                  <a:pt x="2405621" y="5737849"/>
                </a:lnTo>
                <a:lnTo>
                  <a:pt x="2442965" y="5763078"/>
                </a:lnTo>
                <a:lnTo>
                  <a:pt x="2480525" y="5788008"/>
                </a:lnTo>
                <a:lnTo>
                  <a:pt x="2518301" y="5812638"/>
                </a:lnTo>
                <a:lnTo>
                  <a:pt x="2556291" y="5836966"/>
                </a:lnTo>
                <a:lnTo>
                  <a:pt x="2594492" y="5860990"/>
                </a:lnTo>
                <a:lnTo>
                  <a:pt x="2632903" y="5884708"/>
                </a:lnTo>
                <a:lnTo>
                  <a:pt x="2671523" y="5908120"/>
                </a:lnTo>
                <a:lnTo>
                  <a:pt x="2710349" y="5931222"/>
                </a:lnTo>
                <a:lnTo>
                  <a:pt x="2749380" y="5954014"/>
                </a:lnTo>
                <a:lnTo>
                  <a:pt x="2788615" y="5976494"/>
                </a:lnTo>
                <a:lnTo>
                  <a:pt x="2828050" y="5998659"/>
                </a:lnTo>
                <a:lnTo>
                  <a:pt x="2867686" y="6020509"/>
                </a:lnTo>
                <a:lnTo>
                  <a:pt x="2907520" y="6042042"/>
                </a:lnTo>
                <a:lnTo>
                  <a:pt x="2947551" y="6063255"/>
                </a:lnTo>
                <a:lnTo>
                  <a:pt x="2987776" y="6084148"/>
                </a:lnTo>
                <a:lnTo>
                  <a:pt x="3028194" y="6104718"/>
                </a:lnTo>
                <a:lnTo>
                  <a:pt x="3068804" y="6124964"/>
                </a:lnTo>
                <a:lnTo>
                  <a:pt x="3109603" y="6144884"/>
                </a:lnTo>
                <a:lnTo>
                  <a:pt x="3150590" y="6164476"/>
                </a:lnTo>
                <a:lnTo>
                  <a:pt x="3191763" y="6183739"/>
                </a:lnTo>
                <a:lnTo>
                  <a:pt x="3233121" y="6202671"/>
                </a:lnTo>
                <a:lnTo>
                  <a:pt x="3274661" y="6221270"/>
                </a:lnTo>
                <a:lnTo>
                  <a:pt x="3316383" y="6239535"/>
                </a:lnTo>
                <a:lnTo>
                  <a:pt x="3358284" y="6257464"/>
                </a:lnTo>
                <a:lnTo>
                  <a:pt x="3400363" y="6275055"/>
                </a:lnTo>
                <a:lnTo>
                  <a:pt x="3442617" y="6292306"/>
                </a:lnTo>
                <a:lnTo>
                  <a:pt x="3485047" y="6309216"/>
                </a:lnTo>
                <a:lnTo>
                  <a:pt x="3527648" y="6325783"/>
                </a:lnTo>
                <a:lnTo>
                  <a:pt x="3570421" y="6342006"/>
                </a:lnTo>
                <a:lnTo>
                  <a:pt x="3613362" y="6357882"/>
                </a:lnTo>
                <a:lnTo>
                  <a:pt x="3656471" y="6373410"/>
                </a:lnTo>
                <a:lnTo>
                  <a:pt x="3699746" y="6388589"/>
                </a:lnTo>
                <a:lnTo>
                  <a:pt x="3743185" y="6403415"/>
                </a:lnTo>
                <a:lnTo>
                  <a:pt x="3786787" y="6417889"/>
                </a:lnTo>
                <a:lnTo>
                  <a:pt x="3830549" y="6432008"/>
                </a:lnTo>
                <a:lnTo>
                  <a:pt x="3874470" y="6445770"/>
                </a:lnTo>
                <a:lnTo>
                  <a:pt x="3918548" y="6459174"/>
                </a:lnTo>
                <a:lnTo>
                  <a:pt x="3962782" y="6472218"/>
                </a:lnTo>
                <a:lnTo>
                  <a:pt x="4007169" y="6484900"/>
                </a:lnTo>
                <a:lnTo>
                  <a:pt x="4051709" y="6497219"/>
                </a:lnTo>
                <a:lnTo>
                  <a:pt x="4096399" y="6509173"/>
                </a:lnTo>
                <a:lnTo>
                  <a:pt x="4141238" y="6520760"/>
                </a:lnTo>
                <a:lnTo>
                  <a:pt x="4186224" y="6531978"/>
                </a:lnTo>
                <a:lnTo>
                  <a:pt x="4231355" y="6542827"/>
                </a:lnTo>
                <a:lnTo>
                  <a:pt x="4276630" y="6553303"/>
                </a:lnTo>
                <a:lnTo>
                  <a:pt x="4322047" y="6563406"/>
                </a:lnTo>
                <a:lnTo>
                  <a:pt x="4367604" y="6573133"/>
                </a:lnTo>
                <a:lnTo>
                  <a:pt x="4413300" y="6582484"/>
                </a:lnTo>
                <a:lnTo>
                  <a:pt x="4459132" y="6591455"/>
                </a:lnTo>
                <a:lnTo>
                  <a:pt x="4505100" y="6600046"/>
                </a:lnTo>
                <a:lnTo>
                  <a:pt x="4551200" y="6608256"/>
                </a:lnTo>
                <a:lnTo>
                  <a:pt x="4597433" y="6616081"/>
                </a:lnTo>
                <a:lnTo>
                  <a:pt x="4643796" y="6623521"/>
                </a:lnTo>
                <a:lnTo>
                  <a:pt x="4690286" y="6630573"/>
                </a:lnTo>
                <a:lnTo>
                  <a:pt x="4736904" y="6637237"/>
                </a:lnTo>
                <a:lnTo>
                  <a:pt x="4783646" y="6643510"/>
                </a:lnTo>
                <a:lnTo>
                  <a:pt x="4830512" y="6649390"/>
                </a:lnTo>
                <a:lnTo>
                  <a:pt x="4877499" y="6654877"/>
                </a:lnTo>
                <a:lnTo>
                  <a:pt x="4924605" y="6659967"/>
                </a:lnTo>
                <a:lnTo>
                  <a:pt x="4971830" y="6664660"/>
                </a:lnTo>
                <a:lnTo>
                  <a:pt x="5019171" y="6668955"/>
                </a:lnTo>
                <a:lnTo>
                  <a:pt x="5066627" y="6672848"/>
                </a:lnTo>
                <a:lnTo>
                  <a:pt x="5114196" y="6676338"/>
                </a:lnTo>
                <a:lnTo>
                  <a:pt x="5161876" y="6679425"/>
                </a:lnTo>
                <a:lnTo>
                  <a:pt x="5209666" y="6682105"/>
                </a:lnTo>
                <a:lnTo>
                  <a:pt x="5257563" y="6684378"/>
                </a:lnTo>
                <a:lnTo>
                  <a:pt x="5305567" y="6686241"/>
                </a:lnTo>
                <a:lnTo>
                  <a:pt x="5353675" y="6687693"/>
                </a:lnTo>
                <a:lnTo>
                  <a:pt x="5401885" y="6688733"/>
                </a:lnTo>
                <a:lnTo>
                  <a:pt x="5450197" y="6689357"/>
                </a:lnTo>
                <a:lnTo>
                  <a:pt x="5456787" y="6689386"/>
                </a:lnTo>
              </a:path>
            </a:pathLst>
          </a:custGeom>
          <a:ln w="9527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01451" y="68809"/>
            <a:ext cx="1451977" cy="14621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4435" y="275888"/>
            <a:ext cx="11737260" cy="95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539" y="1630076"/>
            <a:ext cx="14875510" cy="673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7502" y="232209"/>
            <a:ext cx="3823600" cy="149043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66359" y="1616170"/>
            <a:ext cx="1431353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Vel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Tech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Rangarajan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Dr.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Sagunthala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R&amp;D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Institute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Science</a:t>
            </a:r>
            <a:r>
              <a:rPr sz="32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32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  <a:p>
            <a:pPr marR="92710" algn="ctr">
              <a:lnSpc>
                <a:spcPct val="100000"/>
              </a:lnSpc>
              <a:spcBef>
                <a:spcPts val="35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6485" y="2494407"/>
            <a:ext cx="11812905" cy="4142801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Computer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10211CS224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185" dirty="0">
                <a:solidFill>
                  <a:srgbClr val="0033CC"/>
                </a:solidFill>
                <a:latin typeface="Arial"/>
                <a:cs typeface="Arial"/>
              </a:rPr>
              <a:t>/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90" dirty="0">
                <a:solidFill>
                  <a:srgbClr val="0033CC"/>
                </a:solidFill>
                <a:latin typeface="Arial"/>
                <a:cs typeface="Arial"/>
              </a:rPr>
              <a:t>FULL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0033CC"/>
                </a:solidFill>
                <a:latin typeface="Arial"/>
                <a:cs typeface="Arial"/>
              </a:rPr>
              <a:t>STACK</a:t>
            </a:r>
            <a:r>
              <a:rPr sz="2800" b="1" spc="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110" dirty="0">
                <a:solidFill>
                  <a:srgbClr val="0033CC"/>
                </a:solidFill>
                <a:latin typeface="Arial"/>
                <a:cs typeface="Arial"/>
              </a:rPr>
              <a:t>APPLICATION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135" dirty="0">
                <a:solidFill>
                  <a:srgbClr val="0033CC"/>
                </a:solidFill>
                <a:latin typeface="Arial"/>
                <a:cs typeface="Arial"/>
              </a:rPr>
              <a:t>DEVELOPMENT</a:t>
            </a:r>
            <a:r>
              <a:rPr sz="280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33CC"/>
                </a:solidFill>
                <a:latin typeface="Arial"/>
                <a:cs typeface="Arial"/>
              </a:rPr>
              <a:t>(JAVA)</a:t>
            </a:r>
            <a:endParaRPr sz="28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90"/>
              </a:spcBef>
            </a:pP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END SEMESTER PROJECT </a:t>
            </a:r>
            <a:r>
              <a:rPr sz="3600" b="1" spc="-10" dirty="0">
                <a:solidFill>
                  <a:srgbClr val="BF0000"/>
                </a:solidFill>
                <a:latin typeface="Arial"/>
                <a:cs typeface="Arial"/>
              </a:rPr>
              <a:t>REVIEW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6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600" b="1" dirty="0">
                <a:solidFill>
                  <a:srgbClr val="BF0000"/>
                </a:solidFill>
                <a:latin typeface="Arial"/>
                <a:cs typeface="Arial"/>
              </a:rPr>
              <a:t>Date: 06-05-</a:t>
            </a:r>
            <a:r>
              <a:rPr sz="3600" b="1" spc="-20" dirty="0">
                <a:solidFill>
                  <a:srgbClr val="BF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00" dirty="0">
              <a:latin typeface="Arial"/>
              <a:cs typeface="Arial"/>
            </a:endParaRPr>
          </a:p>
          <a:p>
            <a:pPr marL="141605" algn="ctr">
              <a:lnSpc>
                <a:spcPct val="100000"/>
              </a:lnSpc>
              <a:spcBef>
                <a:spcPts val="5"/>
              </a:spcBef>
            </a:pPr>
            <a:r>
              <a:rPr lang="en-US"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WEB-BASED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JOB</a:t>
            </a:r>
            <a:r>
              <a:rPr sz="32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PORTAL</a:t>
            </a:r>
            <a:r>
              <a:rPr sz="3200" b="1" spc="-1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r>
              <a:rPr sz="32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SYSTEM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8539" y="6989508"/>
            <a:ext cx="65424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SDG:SDG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8: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DECENT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ECONOMIC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GROWTH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0412" y="7585906"/>
            <a:ext cx="6948805" cy="2121093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6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spcBef>
                <a:spcPts val="1800"/>
              </a:spcBef>
            </a:pPr>
            <a:r>
              <a:rPr lang="en-IN" sz="3200" dirty="0"/>
              <a:t>Dr. S. Hemamalini – M.E., Ph.D.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7604666"/>
            <a:ext cx="7840344" cy="1397819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Presented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A.Naga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Vinay Gopi 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VTU2</a:t>
            </a:r>
            <a:r>
              <a:rPr lang="en-IN" sz="3000" dirty="0">
                <a:latin typeface="Cambria"/>
                <a:cs typeface="Cambria"/>
              </a:rPr>
              <a:t>5557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23UECS0</a:t>
            </a:r>
            <a:r>
              <a:rPr lang="en-IN" sz="3000" spc="-10" dirty="0">
                <a:latin typeface="Cambria"/>
                <a:cs typeface="Cambria"/>
              </a:rPr>
              <a:t>648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6078" y="195220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2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8137" y="2182030"/>
            <a:ext cx="14859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-570" dirty="0">
                <a:solidFill>
                  <a:srgbClr val="FFFEFE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4129" y="4443228"/>
            <a:ext cx="518159" cy="556260"/>
            <a:chOff x="944129" y="4443228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48903" y="444800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8903" y="444800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17122" y="4556718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4129" y="3103251"/>
            <a:ext cx="518159" cy="556260"/>
            <a:chOff x="944129" y="3103251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48903" y="310802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8903" y="310802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4861" y="3216741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4129" y="5111539"/>
            <a:ext cx="518159" cy="556260"/>
            <a:chOff x="944129" y="5111539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48903" y="511631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8903" y="511631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23521" y="5225135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44129" y="3772372"/>
            <a:ext cx="518159" cy="556260"/>
            <a:chOff x="944129" y="3772372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48903" y="3777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8903" y="3777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3372" y="3885863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44129" y="6451516"/>
            <a:ext cx="518159" cy="556260"/>
            <a:chOff x="944129" y="6451516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48903" y="645629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8903" y="645629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25158" y="6565112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4129" y="5780670"/>
            <a:ext cx="518159" cy="556260"/>
            <a:chOff x="944129" y="5780670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48903" y="578544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8903" y="578544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19652" y="589425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44129" y="7119152"/>
            <a:ext cx="518159" cy="556260"/>
            <a:chOff x="944129" y="7119152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48903" y="712392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48903" y="712392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21586" y="7232738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44129" y="7786778"/>
            <a:ext cx="518159" cy="556260"/>
            <a:chOff x="944129" y="7786778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48903" y="77915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48903" y="77915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19652" y="7900374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8536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2178900"/>
            <a:ext cx="114299" cy="114299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840989" y="1956651"/>
            <a:ext cx="12900660" cy="688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1334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Management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web-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platform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connects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employers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seekers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(students/users)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centralized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environment.</a:t>
            </a:r>
            <a:endParaRPr sz="3000">
              <a:latin typeface="Times New Roman"/>
              <a:cs typeface="Times New Roman"/>
            </a:endParaRPr>
          </a:p>
          <a:p>
            <a:pPr marL="12700" marR="531495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simplifies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allowing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vacancies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efficiently.</a:t>
            </a:r>
            <a:endParaRPr sz="3000">
              <a:latin typeface="Times New Roman"/>
              <a:cs typeface="Times New Roman"/>
            </a:endParaRPr>
          </a:p>
          <a:p>
            <a:pPr marL="12700" marR="796925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seekers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browse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available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jobs,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upload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update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resumes,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for </a:t>
            </a:r>
            <a:r>
              <a:rPr sz="3000" dirty="0">
                <a:latin typeface="Times New Roman"/>
                <a:cs typeface="Times New Roman"/>
              </a:rPr>
              <a:t>suitable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positions</a:t>
            </a:r>
            <a:endParaRPr sz="3000">
              <a:latin typeface="Times New Roman"/>
              <a:cs typeface="Times New Roman"/>
            </a:endParaRPr>
          </a:p>
          <a:p>
            <a:pPr marL="12700" marR="32004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provides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features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like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shortlisting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candidates,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making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hiring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faster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organized.</a:t>
            </a:r>
            <a:endParaRPr sz="3000">
              <a:latin typeface="Times New Roman"/>
              <a:cs typeface="Times New Roman"/>
            </a:endParaRPr>
          </a:p>
          <a:p>
            <a:pPr marL="12700" marR="22606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reduces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communication </a:t>
            </a:r>
            <a:r>
              <a:rPr sz="3000" dirty="0">
                <a:latin typeface="Times New Roman"/>
                <a:cs typeface="Times New Roman"/>
              </a:rPr>
              <a:t>between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employers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applicants.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platform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ensures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easy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opportunities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anytime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anywhere.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enhances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transparency,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reduces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hiring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overall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efficiency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recruitment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process.</a:t>
            </a:r>
            <a:endParaRPr sz="3000">
              <a:latin typeface="Times New Roman"/>
              <a:cs typeface="Times New Roman"/>
            </a:endParaRPr>
          </a:p>
          <a:p>
            <a:pPr marL="12700" marR="33020">
              <a:lnSpc>
                <a:spcPct val="100000"/>
              </a:lnSpc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supports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employment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growth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aligns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SDG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8: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Decent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Economic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Growth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promoting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job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accessibility.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3093300"/>
            <a:ext cx="114299" cy="11429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4007700"/>
            <a:ext cx="114299" cy="11429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4922100"/>
            <a:ext cx="114299" cy="11429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5836500"/>
            <a:ext cx="114299" cy="1142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6750900"/>
            <a:ext cx="114299" cy="11429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7208100"/>
            <a:ext cx="114299" cy="11429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8414" y="8122500"/>
            <a:ext cx="114299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09614" y="1201813"/>
            <a:ext cx="7087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709355" y="2648111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0188" y="2877937"/>
            <a:ext cx="23114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80" dirty="0">
                <a:solidFill>
                  <a:srgbClr val="FFFEFE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7396" y="4424178"/>
            <a:ext cx="518159" cy="556260"/>
            <a:chOff x="947396" y="4424178"/>
            <a:chExt cx="518159" cy="556260"/>
          </a:xfrm>
        </p:grpSpPr>
        <p:sp>
          <p:nvSpPr>
            <p:cNvPr id="6" name="object 6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0398" y="4537678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47396" y="1978138"/>
            <a:ext cx="518159" cy="556260"/>
            <a:chOff x="947396" y="1978138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4182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47396" y="5089850"/>
            <a:ext cx="518159" cy="556260"/>
            <a:chOff x="947396" y="5089850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26798" y="5203437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7396" y="3758418"/>
            <a:ext cx="518159" cy="556260"/>
            <a:chOff x="947396" y="3758418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52170" y="37631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2170" y="37631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26649" y="3871909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47396" y="6421379"/>
            <a:ext cx="518159" cy="556260"/>
            <a:chOff x="947396" y="6421379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28435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47396" y="5755610"/>
            <a:ext cx="518159" cy="556260"/>
            <a:chOff x="947396" y="5755610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22928" y="586920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47396" y="7089006"/>
            <a:ext cx="518159" cy="556260"/>
            <a:chOff x="947396" y="7089006"/>
            <a:chExt cx="518159" cy="556260"/>
          </a:xfrm>
        </p:grpSpPr>
        <p:sp>
          <p:nvSpPr>
            <p:cNvPr id="30" name="object 30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24863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47396" y="7756631"/>
            <a:ext cx="518159" cy="556260"/>
            <a:chOff x="947396" y="7756631"/>
            <a:chExt cx="518159" cy="556260"/>
          </a:xfrm>
        </p:grpSpPr>
        <p:sp>
          <p:nvSpPr>
            <p:cNvPr id="34" name="object 34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22928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40927" y="2620467"/>
            <a:ext cx="14925040" cy="488505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just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today’s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competitive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market,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students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seekers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often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struggle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find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relevant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opportunities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timely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manner,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employers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face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difficulty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identifying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suitable </a:t>
            </a:r>
            <a:r>
              <a:rPr sz="3200" dirty="0">
                <a:latin typeface="Times New Roman"/>
                <a:cs typeface="Times New Roman"/>
              </a:rPr>
              <a:t>candidates efficiently. The existing recruitment processes are often fragmented, </a:t>
            </a:r>
            <a:r>
              <a:rPr sz="3200" spc="-20" dirty="0">
                <a:latin typeface="Times New Roman"/>
                <a:cs typeface="Times New Roman"/>
              </a:rPr>
              <a:t>time-</a:t>
            </a:r>
            <a:r>
              <a:rPr sz="3200" dirty="0">
                <a:latin typeface="Times New Roman"/>
                <a:cs typeface="Times New Roman"/>
              </a:rPr>
              <a:t>consuming,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lack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platform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seamless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interaction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providers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applicants.</a:t>
            </a:r>
            <a:endParaRPr sz="3200">
              <a:latin typeface="Times New Roman"/>
              <a:cs typeface="Times New Roman"/>
            </a:endParaRPr>
          </a:p>
          <a:p>
            <a:pPr marL="12700" algn="just">
              <a:lnSpc>
                <a:spcPts val="3670"/>
              </a:lnSpc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address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challenges,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Portal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3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required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</a:t>
            </a: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3820"/>
              </a:lnSpc>
              <a:spcBef>
                <a:spcPts val="125"/>
              </a:spcBef>
            </a:pPr>
            <a:r>
              <a:rPr sz="3200" dirty="0">
                <a:latin typeface="Times New Roman"/>
                <a:cs typeface="Times New Roman"/>
              </a:rPr>
              <a:t>integrated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solution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employers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host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openings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shortlist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candidates,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students/job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seekers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browse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jobs,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upload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update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resumes,</a:t>
            </a:r>
            <a:r>
              <a:rPr sz="3200" spc="4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apply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suitable </a:t>
            </a:r>
            <a:r>
              <a:rPr sz="3200" dirty="0">
                <a:latin typeface="Times New Roman"/>
                <a:cs typeface="Times New Roman"/>
              </a:rPr>
              <a:t>positions.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aims</a:t>
            </a:r>
            <a:r>
              <a:rPr sz="3200" spc="1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streamline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recruitment</a:t>
            </a:r>
            <a:r>
              <a:rPr sz="3200" spc="1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enabling</a:t>
            </a:r>
            <a:r>
              <a:rPr sz="3200" spc="135" dirty="0">
                <a:latin typeface="Times New Roman"/>
                <a:cs typeface="Times New Roman"/>
              </a:rPr>
              <a:t>  </a:t>
            </a:r>
            <a:r>
              <a:rPr sz="3200" spc="-20" dirty="0">
                <a:latin typeface="Times New Roman"/>
                <a:cs typeface="Times New Roman"/>
              </a:rPr>
              <a:t>easy </a:t>
            </a:r>
            <a:r>
              <a:rPr sz="3200" dirty="0">
                <a:latin typeface="Times New Roman"/>
                <a:cs typeface="Times New Roman"/>
              </a:rPr>
              <a:t>communication,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candidate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quick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opportunities.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5" y="3315737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807" y="3545563"/>
            <a:ext cx="23558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125" dirty="0">
                <a:solidFill>
                  <a:srgbClr val="FFFEFE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7396" y="4424178"/>
            <a:ext cx="518159" cy="556260"/>
            <a:chOff x="947396" y="4424178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170" y="442895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0398" y="4537678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7396" y="1978138"/>
            <a:ext cx="518159" cy="556260"/>
            <a:chOff x="947396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4182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7396" y="5089850"/>
            <a:ext cx="518159" cy="556260"/>
            <a:chOff x="947396" y="5089850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26798" y="5203437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47396" y="2643993"/>
            <a:ext cx="518159" cy="556260"/>
            <a:chOff x="947396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8137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47396" y="6421379"/>
            <a:ext cx="518159" cy="556260"/>
            <a:chOff x="947396" y="6421379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28435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7396" y="5755610"/>
            <a:ext cx="518159" cy="556260"/>
            <a:chOff x="947396" y="5755610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22928" y="586920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47396" y="7089006"/>
            <a:ext cx="518159" cy="556260"/>
            <a:chOff x="947396" y="7089006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24863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47396" y="7756631"/>
            <a:ext cx="518159" cy="556260"/>
            <a:chOff x="947396" y="7756631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22928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41871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2247147"/>
            <a:ext cx="123824" cy="12382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417952" y="1983654"/>
            <a:ext cx="11932285" cy="723010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460375">
              <a:lnSpc>
                <a:spcPts val="4050"/>
              </a:lnSpc>
              <a:spcBef>
                <a:spcPts val="259"/>
              </a:spcBef>
            </a:pPr>
            <a:r>
              <a:rPr sz="3400" b="1" dirty="0">
                <a:latin typeface="Times New Roman"/>
                <a:cs typeface="Times New Roman"/>
              </a:rPr>
              <a:t>Centralized</a:t>
            </a:r>
            <a:r>
              <a:rPr sz="3400" b="1" spc="-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Web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Platform: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single,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unified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hub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connecting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job </a:t>
            </a:r>
            <a:r>
              <a:rPr sz="3400" dirty="0">
                <a:latin typeface="Times New Roman"/>
                <a:cs typeface="Times New Roman"/>
              </a:rPr>
              <a:t>seekers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employers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directly.</a:t>
            </a:r>
            <a:endParaRPr sz="3400">
              <a:latin typeface="Times New Roman"/>
              <a:cs typeface="Times New Roman"/>
            </a:endParaRPr>
          </a:p>
          <a:p>
            <a:pPr marL="12700" marR="965200">
              <a:lnSpc>
                <a:spcPts val="4050"/>
              </a:lnSpc>
            </a:pPr>
            <a:r>
              <a:rPr sz="3400" b="1" spc="-20" dirty="0">
                <a:latin typeface="Times New Roman"/>
                <a:cs typeface="Times New Roman"/>
              </a:rPr>
              <a:t>Role-</a:t>
            </a:r>
            <a:r>
              <a:rPr sz="3400" b="1" dirty="0">
                <a:latin typeface="Times New Roman"/>
                <a:cs typeface="Times New Roman"/>
              </a:rPr>
              <a:t>Based</a:t>
            </a:r>
            <a:r>
              <a:rPr sz="3400" b="1" spc="-9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Access</a:t>
            </a:r>
            <a:r>
              <a:rPr sz="3400" b="1" spc="-8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Control:</a:t>
            </a:r>
            <a:r>
              <a:rPr sz="3400" b="1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Dedicated,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secure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dashboards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for </a:t>
            </a:r>
            <a:r>
              <a:rPr sz="3400" dirty="0">
                <a:latin typeface="Times New Roman"/>
                <a:cs typeface="Times New Roman"/>
              </a:rPr>
              <a:t>Students,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Employers,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Admins.</a:t>
            </a:r>
            <a:endParaRPr sz="3400">
              <a:latin typeface="Times New Roman"/>
              <a:cs typeface="Times New Roman"/>
            </a:endParaRPr>
          </a:p>
          <a:p>
            <a:pPr marL="12700" marR="362585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Modern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&amp;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Responsive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UI: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Built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React.js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using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engaging, high-</a:t>
            </a:r>
            <a:r>
              <a:rPr sz="3400" dirty="0">
                <a:latin typeface="Times New Roman"/>
                <a:cs typeface="Times New Roman"/>
              </a:rPr>
              <a:t>contrast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Neo-</a:t>
            </a:r>
            <a:r>
              <a:rPr sz="3400" dirty="0">
                <a:latin typeface="Times New Roman"/>
                <a:cs typeface="Times New Roman"/>
              </a:rPr>
              <a:t>Brutalist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design.</a:t>
            </a:r>
            <a:endParaRPr sz="3400">
              <a:latin typeface="Times New Roman"/>
              <a:cs typeface="Times New Roman"/>
            </a:endParaRPr>
          </a:p>
          <a:p>
            <a:pPr marL="12700" marR="508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Automated</a:t>
            </a:r>
            <a:r>
              <a:rPr sz="3400" b="1" spc="-10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Tracking: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Replaces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messy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email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applications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real-</a:t>
            </a:r>
            <a:r>
              <a:rPr sz="3400" dirty="0">
                <a:latin typeface="Times New Roman"/>
                <a:cs typeface="Times New Roman"/>
              </a:rPr>
              <a:t>time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status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updates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(Pending,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Shortlisted,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Rejected).</a:t>
            </a:r>
            <a:endParaRPr sz="3400">
              <a:latin typeface="Times New Roman"/>
              <a:cs typeface="Times New Roman"/>
            </a:endParaRPr>
          </a:p>
          <a:p>
            <a:pPr marL="12700" marR="60325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High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Security: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Implements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Spring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Security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&amp;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JWT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stateless, </a:t>
            </a:r>
            <a:r>
              <a:rPr sz="3400" dirty="0">
                <a:latin typeface="Times New Roman"/>
                <a:cs typeface="Times New Roman"/>
              </a:rPr>
              <a:t>secure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authentication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protection.</a:t>
            </a:r>
            <a:endParaRPr sz="3400">
              <a:latin typeface="Times New Roman"/>
              <a:cs typeface="Times New Roman"/>
            </a:endParaRPr>
          </a:p>
          <a:p>
            <a:pPr marL="12700" marR="117856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Scalable</a:t>
            </a:r>
            <a:r>
              <a:rPr sz="3400" b="1" spc="-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Architecture: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RESTful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APIs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using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Spring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Boot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and </a:t>
            </a:r>
            <a:r>
              <a:rPr sz="3400" dirty="0">
                <a:latin typeface="Times New Roman"/>
                <a:cs typeface="Times New Roman"/>
              </a:rPr>
              <a:t>MySQL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allow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fast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retrieval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future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expansion.</a:t>
            </a:r>
            <a:endParaRPr sz="3400">
              <a:latin typeface="Times New Roman"/>
              <a:cs typeface="Times New Roman"/>
            </a:endParaRPr>
          </a:p>
          <a:p>
            <a:pPr marL="12700" marR="603250">
              <a:lnSpc>
                <a:spcPts val="4050"/>
              </a:lnSpc>
            </a:pPr>
            <a:r>
              <a:rPr sz="3400" b="1" dirty="0">
                <a:latin typeface="Times New Roman"/>
                <a:cs typeface="Times New Roman"/>
              </a:rPr>
              <a:t>Streamlined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Hiring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Workflow: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Enables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digital</a:t>
            </a:r>
            <a:r>
              <a:rPr sz="3400" spc="-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resume</a:t>
            </a:r>
            <a:r>
              <a:rPr sz="3400" spc="-9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uploads, </a:t>
            </a:r>
            <a:r>
              <a:rPr sz="3400" dirty="0">
                <a:latin typeface="Times New Roman"/>
                <a:cs typeface="Times New Roman"/>
              </a:rPr>
              <a:t>advanced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job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filtering,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instant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applicant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reviews.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3275847"/>
            <a:ext cx="123824" cy="12382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4304547"/>
            <a:ext cx="123824" cy="12382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5333247"/>
            <a:ext cx="123824" cy="12382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732" y="6361946"/>
            <a:ext cx="123824" cy="12382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732" y="7390647"/>
            <a:ext cx="123824" cy="12382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5732" y="8419346"/>
            <a:ext cx="123824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1879663"/>
            <a:ext cx="95249" cy="95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12816" y="1501832"/>
            <a:ext cx="14537055" cy="733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050">
              <a:lnSpc>
                <a:spcPct val="147500"/>
              </a:lnSpc>
              <a:spcBef>
                <a:spcPts val="100"/>
              </a:spcBef>
            </a:pPr>
            <a:r>
              <a:rPr sz="2500" b="1" spc="-10" dirty="0">
                <a:latin typeface="Times New Roman"/>
                <a:cs typeface="Times New Roman"/>
              </a:rPr>
              <a:t>Full-</a:t>
            </a:r>
            <a:r>
              <a:rPr sz="2500" b="1" dirty="0">
                <a:latin typeface="Times New Roman"/>
                <a:cs typeface="Times New Roman"/>
              </a:rPr>
              <a:t>Stack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Architecture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web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application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using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Spring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Boot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React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connect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employers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seekers efficiently.</a:t>
            </a:r>
            <a:endParaRPr sz="2500">
              <a:latin typeface="Times New Roman"/>
              <a:cs typeface="Times New Roman"/>
            </a:endParaRPr>
          </a:p>
          <a:p>
            <a:pPr marL="12700" marR="157353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Unified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Recruitment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Workflow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Combines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job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posting,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applicant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tracking,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shortlisting,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resume </a:t>
            </a:r>
            <a:r>
              <a:rPr sz="2500" dirty="0">
                <a:latin typeface="Times New Roman"/>
                <a:cs typeface="Times New Roman"/>
              </a:rPr>
              <a:t>management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system.</a:t>
            </a:r>
            <a:endParaRPr sz="2500">
              <a:latin typeface="Times New Roman"/>
              <a:cs typeface="Times New Roman"/>
            </a:endParaRPr>
          </a:p>
          <a:p>
            <a:pPr marL="12700" marR="764540">
              <a:lnSpc>
                <a:spcPct val="147500"/>
              </a:lnSpc>
            </a:pPr>
            <a:r>
              <a:rPr sz="2500" b="1" spc="-10" dirty="0">
                <a:latin typeface="Times New Roman"/>
                <a:cs typeface="Times New Roman"/>
              </a:rPr>
              <a:t>AI-</a:t>
            </a:r>
            <a:r>
              <a:rPr sz="2500" b="1" dirty="0">
                <a:latin typeface="Times New Roman"/>
                <a:cs typeface="Times New Roman"/>
              </a:rPr>
              <a:t>Powered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Employer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Tools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Provides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AI-</a:t>
            </a:r>
            <a:r>
              <a:rPr sz="2500" dirty="0">
                <a:latin typeface="Times New Roman"/>
                <a:cs typeface="Times New Roman"/>
              </a:rPr>
              <a:t>based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question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generator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creating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role-</a:t>
            </a:r>
            <a:r>
              <a:rPr sz="2500" dirty="0">
                <a:latin typeface="Times New Roman"/>
                <a:cs typeface="Times New Roman"/>
              </a:rPr>
              <a:t>specific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technical assessments.</a:t>
            </a:r>
            <a:endParaRPr sz="2500">
              <a:latin typeface="Times New Roman"/>
              <a:cs typeface="Times New Roman"/>
            </a:endParaRPr>
          </a:p>
          <a:p>
            <a:pPr marL="12700" marR="101981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Eliminates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Hiring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Fragmentation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Centralizes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recruitment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processes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reduce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scattered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workflows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and </a:t>
            </a:r>
            <a:r>
              <a:rPr sz="2500" dirty="0">
                <a:latin typeface="Times New Roman"/>
                <a:cs typeface="Times New Roman"/>
              </a:rPr>
              <a:t>improve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organization.</a:t>
            </a:r>
            <a:endParaRPr sz="2500">
              <a:latin typeface="Times New Roman"/>
              <a:cs typeface="Times New Roman"/>
            </a:endParaRPr>
          </a:p>
          <a:p>
            <a:pPr marL="12700" marR="129286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Resolves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Communication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Delays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Offers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real-</a:t>
            </a:r>
            <a:r>
              <a:rPr sz="2500" dirty="0">
                <a:latin typeface="Times New Roman"/>
                <a:cs typeface="Times New Roman"/>
              </a:rPr>
              <a:t>time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updates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automated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notifications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better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user </a:t>
            </a:r>
            <a:r>
              <a:rPr sz="2500" spc="-10" dirty="0">
                <a:latin typeface="Times New Roman"/>
                <a:cs typeface="Times New Roman"/>
              </a:rPr>
              <a:t>communication.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47500"/>
              </a:lnSpc>
            </a:pPr>
            <a:r>
              <a:rPr sz="2500" b="1" dirty="0">
                <a:latin typeface="Times New Roman"/>
                <a:cs typeface="Times New Roman"/>
              </a:rPr>
              <a:t>Superior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Modern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UI/UX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Uses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responsive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Neo-</a:t>
            </a:r>
            <a:r>
              <a:rPr sz="2500" dirty="0">
                <a:latin typeface="Times New Roman"/>
                <a:cs typeface="Times New Roman"/>
              </a:rPr>
              <a:t>Brutalist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design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clean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engaging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experience. </a:t>
            </a:r>
            <a:r>
              <a:rPr sz="2500" b="1" dirty="0">
                <a:latin typeface="Times New Roman"/>
                <a:cs typeface="Times New Roman"/>
              </a:rPr>
              <a:t>Distinct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Role-</a:t>
            </a:r>
            <a:r>
              <a:rPr sz="2500" b="1" dirty="0">
                <a:latin typeface="Times New Roman"/>
                <a:cs typeface="Times New Roman"/>
              </a:rPr>
              <a:t>Based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Dashboards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Provides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separate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dashboards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students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employers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for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better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usability. </a:t>
            </a:r>
            <a:r>
              <a:rPr sz="2500" b="1" dirty="0">
                <a:latin typeface="Times New Roman"/>
                <a:cs typeface="Times New Roman"/>
              </a:rPr>
              <a:t>Secure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Scalable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Ecosystem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: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JWT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authentication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admin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controls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ensure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security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scalability.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3003613"/>
            <a:ext cx="95249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4127563"/>
            <a:ext cx="95249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5251513"/>
            <a:ext cx="95249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6375463"/>
            <a:ext cx="95249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7499412"/>
            <a:ext cx="95249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8061387"/>
            <a:ext cx="95249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140" y="8623362"/>
            <a:ext cx="95249" cy="9524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09355" y="39833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77836" y="4213199"/>
            <a:ext cx="255904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270" dirty="0">
                <a:solidFill>
                  <a:srgbClr val="FFFEFE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47396" y="3311629"/>
            <a:ext cx="518159" cy="556260"/>
            <a:chOff x="947396" y="3311629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52170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170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26649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7396" y="1978138"/>
            <a:ext cx="518159" cy="556260"/>
            <a:chOff x="947396" y="1978138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2170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54182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47396" y="5089850"/>
            <a:ext cx="518159" cy="556260"/>
            <a:chOff x="947396" y="5089850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52170" y="509462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26798" y="5203437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47396" y="2643993"/>
            <a:ext cx="518159" cy="556260"/>
            <a:chOff x="947396" y="2643993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2170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28137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47396" y="6421379"/>
            <a:ext cx="518159" cy="556260"/>
            <a:chOff x="947396" y="6421379"/>
            <a:chExt cx="518159" cy="556260"/>
          </a:xfrm>
        </p:grpSpPr>
        <p:sp>
          <p:nvSpPr>
            <p:cNvPr id="30" name="object 30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52170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28435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47396" y="5755610"/>
            <a:ext cx="518159" cy="556260"/>
            <a:chOff x="947396" y="5755610"/>
            <a:chExt cx="518159" cy="556260"/>
          </a:xfrm>
        </p:grpSpPr>
        <p:sp>
          <p:nvSpPr>
            <p:cNvPr id="34" name="object 34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2170" y="5760384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22928" y="5869206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47396" y="7089006"/>
            <a:ext cx="518159" cy="556260"/>
            <a:chOff x="947396" y="7089006"/>
            <a:chExt cx="518159" cy="556260"/>
          </a:xfrm>
        </p:grpSpPr>
        <p:sp>
          <p:nvSpPr>
            <p:cNvPr id="38" name="object 38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2170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24863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47396" y="7756631"/>
            <a:ext cx="518159" cy="556260"/>
            <a:chOff x="947396" y="7756631"/>
            <a:chExt cx="518159" cy="556260"/>
          </a:xfrm>
        </p:grpSpPr>
        <p:sp>
          <p:nvSpPr>
            <p:cNvPr id="42" name="object 42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52170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122928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5" name="object 4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684" rIns="0" bIns="0" rtlCol="0">
            <a:spAutoFit/>
          </a:bodyPr>
          <a:lstStyle/>
          <a:p>
            <a:pPr marL="320548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65" dirty="0"/>
              <a:t> </a:t>
            </a:r>
            <a:r>
              <a:rPr spc="-10" dirty="0"/>
              <a:t>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5" y="465576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5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956" y="4885588"/>
            <a:ext cx="23558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110" dirty="0">
                <a:solidFill>
                  <a:srgbClr val="FFFEFE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7396" y="3316391"/>
            <a:ext cx="518159" cy="556260"/>
            <a:chOff x="947396" y="3316391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52170" y="33211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170" y="33211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47396" y="1982901"/>
            <a:ext cx="518159" cy="556260"/>
            <a:chOff x="947396" y="1982901"/>
            <a:chExt cx="518159" cy="556260"/>
          </a:xfrm>
        </p:grpSpPr>
        <p:sp>
          <p:nvSpPr>
            <p:cNvPr id="8" name="object 8"/>
            <p:cNvSpPr/>
            <p:nvPr/>
          </p:nvSpPr>
          <p:spPr>
            <a:xfrm>
              <a:off x="952170" y="198767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2170" y="198767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47396" y="3984018"/>
            <a:ext cx="518159" cy="556260"/>
            <a:chOff x="947396" y="3984018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52170" y="39887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2170" y="398879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47396" y="2648756"/>
            <a:ext cx="518159" cy="556260"/>
            <a:chOff x="947396" y="2648756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52170" y="265353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170" y="265353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20398" y="2096487"/>
            <a:ext cx="170815" cy="228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7396" y="6426141"/>
            <a:ext cx="518159" cy="556260"/>
            <a:chOff x="947396" y="6426141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52170" y="643091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2170" y="643091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47396" y="5760372"/>
            <a:ext cx="518159" cy="556260"/>
            <a:chOff x="947396" y="5760372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52170" y="5765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2170" y="5765146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47396" y="7084243"/>
            <a:ext cx="518159" cy="556260"/>
            <a:chOff x="947396" y="7084243"/>
            <a:chExt cx="518159" cy="556260"/>
          </a:xfrm>
        </p:grpSpPr>
        <p:sp>
          <p:nvSpPr>
            <p:cNvPr id="24" name="object 24"/>
            <p:cNvSpPr/>
            <p:nvPr/>
          </p:nvSpPr>
          <p:spPr>
            <a:xfrm>
              <a:off x="952170" y="708901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52170" y="708901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22928" y="5873959"/>
            <a:ext cx="165100" cy="160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700">
              <a:latin typeface="Tahoma"/>
              <a:cs typeface="Tahoma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47396" y="7751869"/>
            <a:ext cx="518159" cy="556260"/>
            <a:chOff x="947396" y="7751869"/>
            <a:chExt cx="518159" cy="556260"/>
          </a:xfrm>
        </p:grpSpPr>
        <p:sp>
          <p:nvSpPr>
            <p:cNvPr id="28" name="object 28"/>
            <p:cNvSpPr/>
            <p:nvPr/>
          </p:nvSpPr>
          <p:spPr>
            <a:xfrm>
              <a:off x="952170" y="775664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52170" y="775664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22928" y="7865465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848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SYSTEM</a:t>
            </a:r>
            <a:r>
              <a:rPr spc="-13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575061" y="7561026"/>
            <a:ext cx="14921865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0"/>
              </a:lnSpc>
              <a:spcBef>
                <a:spcPts val="100"/>
              </a:spcBef>
            </a:pPr>
            <a:r>
              <a:rPr sz="2300" b="1" dirty="0">
                <a:latin typeface="Times New Roman"/>
                <a:cs typeface="Times New Roman"/>
              </a:rPr>
              <a:t>Input: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credentials,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job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postings,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job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AI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prompt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parameters,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PDF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resume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uploads.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ts val="2700"/>
              </a:lnSpc>
            </a:pPr>
            <a:r>
              <a:rPr sz="2300" b="1" dirty="0">
                <a:latin typeface="Times New Roman"/>
                <a:cs typeface="Times New Roman"/>
              </a:rPr>
              <a:t>Processing: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JWT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authentication,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Spring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Boot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REST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APIs,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SMTP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email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dispatching,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Gemini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AI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handling.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ts val="2700"/>
              </a:lnSpc>
            </a:pPr>
            <a:r>
              <a:rPr sz="2300" b="1" dirty="0">
                <a:latin typeface="Times New Roman"/>
                <a:cs typeface="Times New Roman"/>
              </a:rPr>
              <a:t>Database: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MySQL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relational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database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storing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profiles,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job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listings,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tracking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resume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file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paths.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ts val="2730"/>
              </a:lnSpc>
            </a:pPr>
            <a:r>
              <a:rPr sz="2300" b="1" dirty="0">
                <a:latin typeface="Times New Roman"/>
                <a:cs typeface="Times New Roman"/>
              </a:rPr>
              <a:t>Output: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Role-</a:t>
            </a:r>
            <a:r>
              <a:rPr sz="2300" dirty="0">
                <a:latin typeface="Times New Roman"/>
                <a:cs typeface="Times New Roman"/>
              </a:rPr>
              <a:t>specific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Neo-</a:t>
            </a:r>
            <a:r>
              <a:rPr sz="2300" dirty="0">
                <a:latin typeface="Times New Roman"/>
                <a:cs typeface="Times New Roman"/>
              </a:rPr>
              <a:t>Brutalist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dashboards,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AI-</a:t>
            </a:r>
            <a:r>
              <a:rPr sz="2300" dirty="0">
                <a:latin typeface="Times New Roman"/>
                <a:cs typeface="Times New Roman"/>
              </a:rPr>
              <a:t>generated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interview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scripts,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automated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email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alerts,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CSV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reports.</a:t>
            </a:r>
            <a:endParaRPr sz="2300" dirty="0">
              <a:latin typeface="Times New Roman"/>
              <a:cs typeface="Times New Roman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113D640-6ECB-CAC1-38C8-DD5B3EF8C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01957"/>
            <a:ext cx="11811000" cy="6161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531863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225" y="5548461"/>
            <a:ext cx="24765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215" dirty="0">
                <a:solidFill>
                  <a:srgbClr val="FFFEFE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73627" y="6421379"/>
            <a:ext cx="518159" cy="556260"/>
            <a:chOff x="973627" y="6421379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642615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667" y="6534965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6630" y="2091725"/>
            <a:ext cx="170815" cy="295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7089006"/>
            <a:ext cx="518159" cy="556260"/>
            <a:chOff x="973627" y="7089006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1095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07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7097477"/>
            <a:ext cx="76199" cy="7619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087300" y="6919709"/>
            <a:ext cx="13097510" cy="169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Centralized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System: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activities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single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job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avoiding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scattered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processes.</a:t>
            </a:r>
            <a:endParaRPr sz="2200">
              <a:latin typeface="Times New Roman"/>
              <a:cs typeface="Times New Roman"/>
            </a:endParaRPr>
          </a:p>
          <a:p>
            <a:pPr marL="12700" marR="315595">
              <a:lnSpc>
                <a:spcPts val="2630"/>
              </a:lnSpc>
              <a:spcBef>
                <a:spcPts val="85"/>
              </a:spcBef>
            </a:pPr>
            <a:r>
              <a:rPr sz="2200" b="1" dirty="0">
                <a:latin typeface="Times New Roman"/>
                <a:cs typeface="Times New Roman"/>
              </a:rPr>
              <a:t>Bidirectional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Data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Flow: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flows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ways—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responses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system. </a:t>
            </a:r>
            <a:r>
              <a:rPr sz="2200" b="1" spc="-10" dirty="0">
                <a:latin typeface="Times New Roman"/>
                <a:cs typeface="Times New Roman"/>
              </a:rPr>
              <a:t>Role-</a:t>
            </a:r>
            <a:r>
              <a:rPr sz="2200" b="1" dirty="0">
                <a:latin typeface="Times New Roman"/>
                <a:cs typeface="Times New Roman"/>
              </a:rPr>
              <a:t>Based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Interaction: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(student,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employer,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admin)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role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needs. </a:t>
            </a:r>
            <a:r>
              <a:rPr sz="2200" b="1" dirty="0">
                <a:latin typeface="Times New Roman"/>
                <a:cs typeface="Times New Roman"/>
              </a:rPr>
              <a:t>Efficient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Processing: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quickly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updates.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30"/>
              </a:lnSpc>
            </a:pPr>
            <a:r>
              <a:rPr sz="2200" b="1" dirty="0">
                <a:latin typeface="Times New Roman"/>
                <a:cs typeface="Times New Roman"/>
              </a:rPr>
              <a:t>Simplified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Overview: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DFD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high-</a:t>
            </a:r>
            <a:r>
              <a:rPr sz="2200" dirty="0">
                <a:latin typeface="Times New Roman"/>
                <a:cs typeface="Times New Roman"/>
              </a:rPr>
              <a:t>level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view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details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7430852"/>
            <a:ext cx="76199" cy="7619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7764227"/>
            <a:ext cx="76199" cy="7619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8097602"/>
            <a:ext cx="76199" cy="7619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264" y="8430977"/>
            <a:ext cx="76199" cy="7619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C97A752-4A10-9476-68E7-2FD882B93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084725"/>
            <a:ext cx="8468296" cy="5645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59769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5"/>
                </a:moveTo>
                <a:lnTo>
                  <a:pt x="448451" y="990234"/>
                </a:lnTo>
                <a:lnTo>
                  <a:pt x="401937" y="983559"/>
                </a:lnTo>
                <a:lnTo>
                  <a:pt x="356918" y="972688"/>
                </a:lnTo>
                <a:lnTo>
                  <a:pt x="313603" y="957829"/>
                </a:lnTo>
                <a:lnTo>
                  <a:pt x="272198" y="939189"/>
                </a:lnTo>
                <a:lnTo>
                  <a:pt x="232911" y="916976"/>
                </a:lnTo>
                <a:lnTo>
                  <a:pt x="195951" y="891399"/>
                </a:lnTo>
                <a:lnTo>
                  <a:pt x="161525" y="862664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7"/>
                </a:lnTo>
                <a:lnTo>
                  <a:pt x="34676" y="678902"/>
                </a:lnTo>
                <a:lnTo>
                  <a:pt x="19817" y="635586"/>
                </a:lnTo>
                <a:lnTo>
                  <a:pt x="8946" y="590568"/>
                </a:lnTo>
                <a:lnTo>
                  <a:pt x="2271" y="544054"/>
                </a:lnTo>
                <a:lnTo>
                  <a:pt x="0" y="496253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9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2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2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9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3"/>
                </a:lnTo>
                <a:lnTo>
                  <a:pt x="990233" y="544054"/>
                </a:lnTo>
                <a:lnTo>
                  <a:pt x="983558" y="590568"/>
                </a:lnTo>
                <a:lnTo>
                  <a:pt x="972687" y="635586"/>
                </a:lnTo>
                <a:lnTo>
                  <a:pt x="957828" y="678902"/>
                </a:lnTo>
                <a:lnTo>
                  <a:pt x="939188" y="720307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4"/>
                </a:lnTo>
                <a:lnTo>
                  <a:pt x="796553" y="891399"/>
                </a:lnTo>
                <a:lnTo>
                  <a:pt x="759593" y="916976"/>
                </a:lnTo>
                <a:lnTo>
                  <a:pt x="720306" y="939189"/>
                </a:lnTo>
                <a:lnTo>
                  <a:pt x="678901" y="957829"/>
                </a:lnTo>
                <a:lnTo>
                  <a:pt x="635586" y="972688"/>
                </a:lnTo>
                <a:lnTo>
                  <a:pt x="590567" y="983559"/>
                </a:lnTo>
                <a:lnTo>
                  <a:pt x="544053" y="990234"/>
                </a:lnTo>
                <a:lnTo>
                  <a:pt x="496252" y="992505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7006" y="6206753"/>
            <a:ext cx="22987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80" dirty="0">
                <a:solidFill>
                  <a:srgbClr val="FFFEFE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2881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46630" y="4092755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9160" y="542801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3030" y="4760382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7089006"/>
            <a:ext cx="518159" cy="556260"/>
            <a:chOff x="973627" y="7089006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7093780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51095" y="7202592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3704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TECHNOLOGIES</a:t>
            </a:r>
            <a:r>
              <a:rPr spc="-285" dirty="0"/>
              <a:t> </a:t>
            </a:r>
            <a:r>
              <a:rPr spc="-20" dirty="0"/>
              <a:t>USED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455779" y="1809880"/>
            <a:ext cx="14907894" cy="5804152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9905" algn="just">
              <a:lnSpc>
                <a:spcPts val="3300"/>
              </a:lnSpc>
              <a:spcBef>
                <a:spcPts val="259"/>
              </a:spcBef>
            </a:pPr>
            <a:r>
              <a:rPr lang="en-IN" sz="2800" b="1" dirty="0">
                <a:latin typeface="Times New Roman"/>
                <a:cs typeface="Times New Roman"/>
              </a:rPr>
              <a:t>Frontend :</a:t>
            </a:r>
            <a:r>
              <a:rPr lang="en-IN" sz="2800" b="1" spc="-3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, CSS , JavaScript</a:t>
            </a: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lang="en-IN" sz="2800" b="1" spc="-30" dirty="0">
              <a:latin typeface="Times New Roman"/>
              <a:cs typeface="Times New Roman"/>
            </a:endParaRPr>
          </a:p>
          <a:p>
            <a:pPr marL="12700" marR="509905" algn="just">
              <a:lnSpc>
                <a:spcPts val="3300"/>
              </a:lnSpc>
              <a:spcBef>
                <a:spcPts val="259"/>
              </a:spcBef>
            </a:pPr>
            <a:r>
              <a:rPr lang="en-IN" sz="2800" b="1" dirty="0">
                <a:latin typeface="Times New Roman"/>
                <a:cs typeface="Times New Roman"/>
              </a:rPr>
              <a:t>Backend</a:t>
            </a:r>
            <a:r>
              <a:rPr lang="en-IN" sz="2800" b="1" spc="-35" dirty="0">
                <a:latin typeface="Times New Roman"/>
                <a:cs typeface="Times New Roman"/>
              </a:rPr>
              <a:t> </a:t>
            </a:r>
            <a:r>
              <a:rPr lang="en-IN" sz="2800" b="1" dirty="0">
                <a:latin typeface="Times New Roman"/>
                <a:cs typeface="Times New Roman"/>
              </a:rPr>
              <a:t>:</a:t>
            </a:r>
            <a:r>
              <a:rPr lang="en-IN" sz="2800" b="1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, Spring Boot , Spring MVC</a:t>
            </a: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lang="en-IN" sz="2800" b="1" spc="-35" dirty="0">
              <a:latin typeface="Times New Roman"/>
              <a:cs typeface="Times New Roman"/>
            </a:endParaRP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r>
              <a:rPr lang="en-IN" sz="2800" b="1" dirty="0">
                <a:latin typeface="Times New Roman"/>
                <a:cs typeface="Times New Roman"/>
              </a:rPr>
              <a:t>Database</a:t>
            </a:r>
            <a:r>
              <a:rPr lang="en-IN" sz="2800" b="1" spc="-30" dirty="0">
                <a:latin typeface="Times New Roman"/>
                <a:cs typeface="Times New Roman"/>
              </a:rPr>
              <a:t> </a:t>
            </a:r>
            <a:r>
              <a:rPr lang="en-IN" sz="2800" b="1" dirty="0">
                <a:latin typeface="Times New Roman"/>
                <a:cs typeface="Times New Roman"/>
              </a:rPr>
              <a:t>:</a:t>
            </a:r>
            <a:r>
              <a:rPr lang="en-IN" sz="2800" b="1" spc="-2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lang="en-IN" sz="2800" b="1" spc="-20" dirty="0">
              <a:latin typeface="Times New Roman"/>
              <a:cs typeface="Times New Roman"/>
            </a:endParaRP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r>
              <a:rPr lang="en-IN" sz="2800" b="1" spc="-20" dirty="0">
                <a:latin typeface="Times New Roman"/>
                <a:cs typeface="Times New Roman"/>
              </a:rPr>
              <a:t>Third-</a:t>
            </a:r>
            <a:r>
              <a:rPr lang="en-IN" sz="2800" b="1" dirty="0">
                <a:latin typeface="Times New Roman"/>
                <a:cs typeface="Times New Roman"/>
              </a:rPr>
              <a:t>Party</a:t>
            </a:r>
            <a:r>
              <a:rPr lang="en-IN" sz="2800" b="1" spc="-30" dirty="0">
                <a:latin typeface="Times New Roman"/>
                <a:cs typeface="Times New Roman"/>
              </a:rPr>
              <a:t> </a:t>
            </a:r>
            <a:r>
              <a:rPr lang="en-IN" sz="2800" b="1" dirty="0">
                <a:latin typeface="Times New Roman"/>
                <a:cs typeface="Times New Roman"/>
              </a:rPr>
              <a:t>APIs</a:t>
            </a:r>
            <a:r>
              <a:rPr lang="en-IN" sz="2800" b="1" spc="-30" dirty="0">
                <a:latin typeface="Times New Roman"/>
                <a:cs typeface="Times New Roman"/>
              </a:rPr>
              <a:t> </a:t>
            </a:r>
            <a:r>
              <a:rPr lang="en-IN" sz="2800" b="1" dirty="0">
                <a:latin typeface="Times New Roman"/>
                <a:cs typeface="Times New Roman"/>
              </a:rPr>
              <a:t>:</a:t>
            </a:r>
            <a:r>
              <a:rPr lang="en-IN" sz="2800" b="1" spc="-2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SMTP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services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using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Gmail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are</a:t>
            </a:r>
            <a:r>
              <a:rPr lang="en-IN" sz="2800" spc="-3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used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for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sending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automated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emails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and</a:t>
            </a:r>
            <a:r>
              <a:rPr lang="en-IN" sz="2800" spc="-3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OTP</a:t>
            </a:r>
            <a:r>
              <a:rPr lang="en-IN" sz="2800" spc="-35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verification.</a:t>
            </a:r>
          </a:p>
          <a:p>
            <a:pPr marL="12700" marR="509905">
              <a:lnSpc>
                <a:spcPts val="3300"/>
              </a:lnSpc>
              <a:spcBef>
                <a:spcPts val="259"/>
              </a:spcBef>
            </a:pPr>
            <a:endParaRPr lang="en-IN"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3300"/>
              </a:lnSpc>
            </a:pPr>
            <a:r>
              <a:rPr lang="en-IN" sz="2800" b="1" dirty="0">
                <a:latin typeface="Times New Roman"/>
                <a:cs typeface="Times New Roman"/>
              </a:rPr>
              <a:t>Tools</a:t>
            </a:r>
            <a:r>
              <a:rPr lang="en-IN" sz="2800" b="1" spc="-35" dirty="0">
                <a:latin typeface="Times New Roman"/>
                <a:cs typeface="Times New Roman"/>
              </a:rPr>
              <a:t> </a:t>
            </a:r>
            <a:r>
              <a:rPr lang="en-IN" sz="2800" b="1" dirty="0">
                <a:latin typeface="Times New Roman"/>
                <a:cs typeface="Times New Roman"/>
              </a:rPr>
              <a:t>:</a:t>
            </a:r>
            <a:r>
              <a:rPr lang="en-IN" sz="2800" b="1" spc="-2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12700" marR="5080" algn="just">
              <a:lnSpc>
                <a:spcPts val="33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3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Web Browser</a:t>
            </a:r>
          </a:p>
          <a:p>
            <a:pPr marL="12700" marR="5080" algn="just">
              <a:lnSpc>
                <a:spcPts val="33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165726" y="0"/>
            <a:ext cx="7122795" cy="4756150"/>
          </a:xfrm>
          <a:custGeom>
            <a:avLst/>
            <a:gdLst/>
            <a:ahLst/>
            <a:cxnLst/>
            <a:rect l="l" t="t" r="r" b="b"/>
            <a:pathLst>
              <a:path w="7122794" h="4756150">
                <a:moveTo>
                  <a:pt x="0" y="0"/>
                </a:moveTo>
                <a:lnTo>
                  <a:pt x="9269" y="66033"/>
                </a:lnTo>
                <a:lnTo>
                  <a:pt x="16321" y="112520"/>
                </a:lnTo>
                <a:lnTo>
                  <a:pt x="23760" y="158878"/>
                </a:lnTo>
                <a:lnTo>
                  <a:pt x="31584" y="205107"/>
                </a:lnTo>
                <a:lnTo>
                  <a:pt x="39793" y="251203"/>
                </a:lnTo>
                <a:lnTo>
                  <a:pt x="48383" y="297166"/>
                </a:lnTo>
                <a:lnTo>
                  <a:pt x="57354" y="342995"/>
                </a:lnTo>
                <a:lnTo>
                  <a:pt x="66703" y="388686"/>
                </a:lnTo>
                <a:lnTo>
                  <a:pt x="76430" y="434239"/>
                </a:lnTo>
                <a:lnTo>
                  <a:pt x="86532" y="479652"/>
                </a:lnTo>
                <a:lnTo>
                  <a:pt x="97007" y="524922"/>
                </a:lnTo>
                <a:lnTo>
                  <a:pt x="107854" y="570049"/>
                </a:lnTo>
                <a:lnTo>
                  <a:pt x="119072" y="615031"/>
                </a:lnTo>
                <a:lnTo>
                  <a:pt x="130658" y="659866"/>
                </a:lnTo>
                <a:lnTo>
                  <a:pt x="142610" y="704552"/>
                </a:lnTo>
                <a:lnTo>
                  <a:pt x="154928" y="749088"/>
                </a:lnTo>
                <a:lnTo>
                  <a:pt x="167609" y="793471"/>
                </a:lnTo>
                <a:lnTo>
                  <a:pt x="180652" y="837701"/>
                </a:lnTo>
                <a:lnTo>
                  <a:pt x="194055" y="881775"/>
                </a:lnTo>
                <a:lnTo>
                  <a:pt x="207816" y="925692"/>
                </a:lnTo>
                <a:lnTo>
                  <a:pt x="221933" y="969450"/>
                </a:lnTo>
                <a:lnTo>
                  <a:pt x="236406" y="1013048"/>
                </a:lnTo>
                <a:lnTo>
                  <a:pt x="251231" y="1056483"/>
                </a:lnTo>
                <a:lnTo>
                  <a:pt x="266408" y="1099754"/>
                </a:lnTo>
                <a:lnTo>
                  <a:pt x="281935" y="1142859"/>
                </a:lnTo>
                <a:lnTo>
                  <a:pt x="297809" y="1185797"/>
                </a:lnTo>
                <a:lnTo>
                  <a:pt x="314030" y="1228565"/>
                </a:lnTo>
                <a:lnTo>
                  <a:pt x="330596" y="1271163"/>
                </a:lnTo>
                <a:lnTo>
                  <a:pt x="347505" y="1313588"/>
                </a:lnTo>
                <a:lnTo>
                  <a:pt x="364754" y="1355839"/>
                </a:lnTo>
                <a:lnTo>
                  <a:pt x="382344" y="1397914"/>
                </a:lnTo>
                <a:lnTo>
                  <a:pt x="400271" y="1439811"/>
                </a:lnTo>
                <a:lnTo>
                  <a:pt x="418534" y="1481529"/>
                </a:lnTo>
                <a:lnTo>
                  <a:pt x="437131" y="1523066"/>
                </a:lnTo>
                <a:lnTo>
                  <a:pt x="456062" y="1564420"/>
                </a:lnTo>
                <a:lnTo>
                  <a:pt x="475323" y="1605589"/>
                </a:lnTo>
                <a:lnTo>
                  <a:pt x="494914" y="1646572"/>
                </a:lnTo>
                <a:lnTo>
                  <a:pt x="514832" y="1687368"/>
                </a:lnTo>
                <a:lnTo>
                  <a:pt x="535076" y="1727974"/>
                </a:lnTo>
                <a:lnTo>
                  <a:pt x="555644" y="1768388"/>
                </a:lnTo>
                <a:lnTo>
                  <a:pt x="576535" y="1808609"/>
                </a:lnTo>
                <a:lnTo>
                  <a:pt x="597746" y="1848636"/>
                </a:lnTo>
                <a:lnTo>
                  <a:pt x="619277" y="1888467"/>
                </a:lnTo>
                <a:lnTo>
                  <a:pt x="641125" y="1928099"/>
                </a:lnTo>
                <a:lnTo>
                  <a:pt x="663288" y="1967531"/>
                </a:lnTo>
                <a:lnTo>
                  <a:pt x="685766" y="2006762"/>
                </a:lnTo>
                <a:lnTo>
                  <a:pt x="708555" y="2045790"/>
                </a:lnTo>
                <a:lnTo>
                  <a:pt x="731656" y="2084612"/>
                </a:lnTo>
                <a:lnTo>
                  <a:pt x="755065" y="2123228"/>
                </a:lnTo>
                <a:lnTo>
                  <a:pt x="778781" y="2161636"/>
                </a:lnTo>
                <a:lnTo>
                  <a:pt x="802803" y="2199834"/>
                </a:lnTo>
                <a:lnTo>
                  <a:pt x="827129" y="2237820"/>
                </a:lnTo>
                <a:lnTo>
                  <a:pt x="851756" y="2275592"/>
                </a:lnTo>
                <a:lnTo>
                  <a:pt x="876684" y="2313149"/>
                </a:lnTo>
                <a:lnTo>
                  <a:pt x="901910" y="2350490"/>
                </a:lnTo>
                <a:lnTo>
                  <a:pt x="927434" y="2387612"/>
                </a:lnTo>
                <a:lnTo>
                  <a:pt x="953253" y="2424513"/>
                </a:lnTo>
                <a:lnTo>
                  <a:pt x="979365" y="2461193"/>
                </a:lnTo>
                <a:lnTo>
                  <a:pt x="1005769" y="2497649"/>
                </a:lnTo>
                <a:lnTo>
                  <a:pt x="1032463" y="2533880"/>
                </a:lnTo>
                <a:lnTo>
                  <a:pt x="1059445" y="2569883"/>
                </a:lnTo>
                <a:lnTo>
                  <a:pt x="1086714" y="2605658"/>
                </a:lnTo>
                <a:lnTo>
                  <a:pt x="1114269" y="2641202"/>
                </a:lnTo>
                <a:lnTo>
                  <a:pt x="1142106" y="2676514"/>
                </a:lnTo>
                <a:lnTo>
                  <a:pt x="1170225" y="2711592"/>
                </a:lnTo>
                <a:lnTo>
                  <a:pt x="1198624" y="2746435"/>
                </a:lnTo>
                <a:lnTo>
                  <a:pt x="1227301" y="2781040"/>
                </a:lnTo>
                <a:lnTo>
                  <a:pt x="1256255" y="2815406"/>
                </a:lnTo>
                <a:lnTo>
                  <a:pt x="1285483" y="2849532"/>
                </a:lnTo>
                <a:lnTo>
                  <a:pt x="1314985" y="2883415"/>
                </a:lnTo>
                <a:lnTo>
                  <a:pt x="1344758" y="2917054"/>
                </a:lnTo>
                <a:lnTo>
                  <a:pt x="1374800" y="2950447"/>
                </a:lnTo>
                <a:lnTo>
                  <a:pt x="1405111" y="2983593"/>
                </a:lnTo>
                <a:lnTo>
                  <a:pt x="1435687" y="3016489"/>
                </a:lnTo>
                <a:lnTo>
                  <a:pt x="1466529" y="3049135"/>
                </a:lnTo>
                <a:lnTo>
                  <a:pt x="1497633" y="3081528"/>
                </a:lnTo>
                <a:lnTo>
                  <a:pt x="1528998" y="3113666"/>
                </a:lnTo>
                <a:lnTo>
                  <a:pt x="1560623" y="3145549"/>
                </a:lnTo>
                <a:lnTo>
                  <a:pt x="1592505" y="3177173"/>
                </a:lnTo>
                <a:lnTo>
                  <a:pt x="1624644" y="3208539"/>
                </a:lnTo>
                <a:lnTo>
                  <a:pt x="1657037" y="3239643"/>
                </a:lnTo>
                <a:lnTo>
                  <a:pt x="1689682" y="3270484"/>
                </a:lnTo>
                <a:lnTo>
                  <a:pt x="1722579" y="3301061"/>
                </a:lnTo>
                <a:lnTo>
                  <a:pt x="1755725" y="3331372"/>
                </a:lnTo>
                <a:lnTo>
                  <a:pt x="1789118" y="3361414"/>
                </a:lnTo>
                <a:lnTo>
                  <a:pt x="1822757" y="3391187"/>
                </a:lnTo>
                <a:lnTo>
                  <a:pt x="1856640" y="3420688"/>
                </a:lnTo>
                <a:lnTo>
                  <a:pt x="1890765" y="3449917"/>
                </a:lnTo>
                <a:lnTo>
                  <a:pt x="1925132" y="3478870"/>
                </a:lnTo>
                <a:lnTo>
                  <a:pt x="1959737" y="3507548"/>
                </a:lnTo>
                <a:lnTo>
                  <a:pt x="1994579" y="3535947"/>
                </a:lnTo>
                <a:lnTo>
                  <a:pt x="2029658" y="3564066"/>
                </a:lnTo>
                <a:lnTo>
                  <a:pt x="2064970" y="3591903"/>
                </a:lnTo>
                <a:lnTo>
                  <a:pt x="2100514" y="3619457"/>
                </a:lnTo>
                <a:lnTo>
                  <a:pt x="2136289" y="3646727"/>
                </a:lnTo>
                <a:lnTo>
                  <a:pt x="2172292" y="3673709"/>
                </a:lnTo>
                <a:lnTo>
                  <a:pt x="2208523" y="3700403"/>
                </a:lnTo>
                <a:lnTo>
                  <a:pt x="2244979" y="3726807"/>
                </a:lnTo>
                <a:lnTo>
                  <a:pt x="2281658" y="3752919"/>
                </a:lnTo>
                <a:lnTo>
                  <a:pt x="2318560" y="3778738"/>
                </a:lnTo>
                <a:lnTo>
                  <a:pt x="2355682" y="3804261"/>
                </a:lnTo>
                <a:lnTo>
                  <a:pt x="2393022" y="3829488"/>
                </a:lnTo>
                <a:lnTo>
                  <a:pt x="2430579" y="3854416"/>
                </a:lnTo>
                <a:lnTo>
                  <a:pt x="2468352" y="3879043"/>
                </a:lnTo>
                <a:lnTo>
                  <a:pt x="2506338" y="3903369"/>
                </a:lnTo>
                <a:lnTo>
                  <a:pt x="2544535" y="3927391"/>
                </a:lnTo>
                <a:lnTo>
                  <a:pt x="2582943" y="3951107"/>
                </a:lnTo>
                <a:lnTo>
                  <a:pt x="2621559" y="3974516"/>
                </a:lnTo>
                <a:lnTo>
                  <a:pt x="2660382" y="3997616"/>
                </a:lnTo>
                <a:lnTo>
                  <a:pt x="2699410" y="4020406"/>
                </a:lnTo>
                <a:lnTo>
                  <a:pt x="2738640" y="4042884"/>
                </a:lnTo>
                <a:lnTo>
                  <a:pt x="2778073" y="4065047"/>
                </a:lnTo>
                <a:lnTo>
                  <a:pt x="2817705" y="4086895"/>
                </a:lnTo>
                <a:lnTo>
                  <a:pt x="2857535" y="4108426"/>
                </a:lnTo>
                <a:lnTo>
                  <a:pt x="2897562" y="4129637"/>
                </a:lnTo>
                <a:lnTo>
                  <a:pt x="2937783" y="4150528"/>
                </a:lnTo>
                <a:lnTo>
                  <a:pt x="2978198" y="4171096"/>
                </a:lnTo>
                <a:lnTo>
                  <a:pt x="3018804" y="4191340"/>
                </a:lnTo>
                <a:lnTo>
                  <a:pt x="3059599" y="4211258"/>
                </a:lnTo>
                <a:lnTo>
                  <a:pt x="3100582" y="4230849"/>
                </a:lnTo>
                <a:lnTo>
                  <a:pt x="3141752" y="4250110"/>
                </a:lnTo>
                <a:lnTo>
                  <a:pt x="3183106" y="4269040"/>
                </a:lnTo>
                <a:lnTo>
                  <a:pt x="3224643" y="4287638"/>
                </a:lnTo>
                <a:lnTo>
                  <a:pt x="3266360" y="4305901"/>
                </a:lnTo>
                <a:lnTo>
                  <a:pt x="3308258" y="4323828"/>
                </a:lnTo>
                <a:lnTo>
                  <a:pt x="3350332" y="4341418"/>
                </a:lnTo>
                <a:lnTo>
                  <a:pt x="3392583" y="4358667"/>
                </a:lnTo>
                <a:lnTo>
                  <a:pt x="3435008" y="4375576"/>
                </a:lnTo>
                <a:lnTo>
                  <a:pt x="3477606" y="4392142"/>
                </a:lnTo>
                <a:lnTo>
                  <a:pt x="3520375" y="4408363"/>
                </a:lnTo>
                <a:lnTo>
                  <a:pt x="3563313" y="4424237"/>
                </a:lnTo>
                <a:lnTo>
                  <a:pt x="3606418" y="4439764"/>
                </a:lnTo>
                <a:lnTo>
                  <a:pt x="3649689" y="4454941"/>
                </a:lnTo>
                <a:lnTo>
                  <a:pt x="3693124" y="4469766"/>
                </a:lnTo>
                <a:lnTo>
                  <a:pt x="3736721" y="4484239"/>
                </a:lnTo>
                <a:lnTo>
                  <a:pt x="3780479" y="4498356"/>
                </a:lnTo>
                <a:lnTo>
                  <a:pt x="3824396" y="4512117"/>
                </a:lnTo>
                <a:lnTo>
                  <a:pt x="3868470" y="4525520"/>
                </a:lnTo>
                <a:lnTo>
                  <a:pt x="3912700" y="4538563"/>
                </a:lnTo>
                <a:lnTo>
                  <a:pt x="3957083" y="4551244"/>
                </a:lnTo>
                <a:lnTo>
                  <a:pt x="4001619" y="4563562"/>
                </a:lnTo>
                <a:lnTo>
                  <a:pt x="4046305" y="4575514"/>
                </a:lnTo>
                <a:lnTo>
                  <a:pt x="4091140" y="4587100"/>
                </a:lnTo>
                <a:lnTo>
                  <a:pt x="4136122" y="4598318"/>
                </a:lnTo>
                <a:lnTo>
                  <a:pt x="4181249" y="4609165"/>
                </a:lnTo>
                <a:lnTo>
                  <a:pt x="4226520" y="4619640"/>
                </a:lnTo>
                <a:lnTo>
                  <a:pt x="4271932" y="4629742"/>
                </a:lnTo>
                <a:lnTo>
                  <a:pt x="4317485" y="4639469"/>
                </a:lnTo>
                <a:lnTo>
                  <a:pt x="4363177" y="4648818"/>
                </a:lnTo>
                <a:lnTo>
                  <a:pt x="4409005" y="4657789"/>
                </a:lnTo>
                <a:lnTo>
                  <a:pt x="4454968" y="4666379"/>
                </a:lnTo>
                <a:lnTo>
                  <a:pt x="4501065" y="4674588"/>
                </a:lnTo>
                <a:lnTo>
                  <a:pt x="4547293" y="4682412"/>
                </a:lnTo>
                <a:lnTo>
                  <a:pt x="4593651" y="4689851"/>
                </a:lnTo>
                <a:lnTo>
                  <a:pt x="4640138" y="4696903"/>
                </a:lnTo>
                <a:lnTo>
                  <a:pt x="4686751" y="4703566"/>
                </a:lnTo>
                <a:lnTo>
                  <a:pt x="4733489" y="4709838"/>
                </a:lnTo>
                <a:lnTo>
                  <a:pt x="4780350" y="4715718"/>
                </a:lnTo>
                <a:lnTo>
                  <a:pt x="4827333" y="4721204"/>
                </a:lnTo>
                <a:lnTo>
                  <a:pt x="4874435" y="4726295"/>
                </a:lnTo>
                <a:lnTo>
                  <a:pt x="4921656" y="4730987"/>
                </a:lnTo>
                <a:lnTo>
                  <a:pt x="4968993" y="4735281"/>
                </a:lnTo>
                <a:lnTo>
                  <a:pt x="5016444" y="4739174"/>
                </a:lnTo>
                <a:lnTo>
                  <a:pt x="5064008" y="4742664"/>
                </a:lnTo>
                <a:lnTo>
                  <a:pt x="5111684" y="4745750"/>
                </a:lnTo>
                <a:lnTo>
                  <a:pt x="5159469" y="4748430"/>
                </a:lnTo>
                <a:lnTo>
                  <a:pt x="5207362" y="4750703"/>
                </a:lnTo>
                <a:lnTo>
                  <a:pt x="5255362" y="4752566"/>
                </a:lnTo>
                <a:lnTo>
                  <a:pt x="5303465" y="4754018"/>
                </a:lnTo>
                <a:lnTo>
                  <a:pt x="5351671" y="4755057"/>
                </a:lnTo>
                <a:lnTo>
                  <a:pt x="5399979" y="4755682"/>
                </a:lnTo>
                <a:lnTo>
                  <a:pt x="5448385" y="4755891"/>
                </a:lnTo>
                <a:lnTo>
                  <a:pt x="5496792" y="4755682"/>
                </a:lnTo>
                <a:lnTo>
                  <a:pt x="5545100" y="4755057"/>
                </a:lnTo>
                <a:lnTo>
                  <a:pt x="5593306" y="4754018"/>
                </a:lnTo>
                <a:lnTo>
                  <a:pt x="5641409" y="4752566"/>
                </a:lnTo>
                <a:lnTo>
                  <a:pt x="5689409" y="4750703"/>
                </a:lnTo>
                <a:lnTo>
                  <a:pt x="5737302" y="4748430"/>
                </a:lnTo>
                <a:lnTo>
                  <a:pt x="5785087" y="4745750"/>
                </a:lnTo>
                <a:lnTo>
                  <a:pt x="5832763" y="4742664"/>
                </a:lnTo>
                <a:lnTo>
                  <a:pt x="5880327" y="4739174"/>
                </a:lnTo>
                <a:lnTo>
                  <a:pt x="5927778" y="4735281"/>
                </a:lnTo>
                <a:lnTo>
                  <a:pt x="5975115" y="4730987"/>
                </a:lnTo>
                <a:lnTo>
                  <a:pt x="6022336" y="4726295"/>
                </a:lnTo>
                <a:lnTo>
                  <a:pt x="6069438" y="4721204"/>
                </a:lnTo>
                <a:lnTo>
                  <a:pt x="6116421" y="4715718"/>
                </a:lnTo>
                <a:lnTo>
                  <a:pt x="6163282" y="4709838"/>
                </a:lnTo>
                <a:lnTo>
                  <a:pt x="6210020" y="4703566"/>
                </a:lnTo>
                <a:lnTo>
                  <a:pt x="6256633" y="4696903"/>
                </a:lnTo>
                <a:lnTo>
                  <a:pt x="6303120" y="4689851"/>
                </a:lnTo>
                <a:lnTo>
                  <a:pt x="6349478" y="4682412"/>
                </a:lnTo>
                <a:lnTo>
                  <a:pt x="6395706" y="4674588"/>
                </a:lnTo>
                <a:lnTo>
                  <a:pt x="6441803" y="4666379"/>
                </a:lnTo>
                <a:lnTo>
                  <a:pt x="6487766" y="4657789"/>
                </a:lnTo>
                <a:lnTo>
                  <a:pt x="6533594" y="4648818"/>
                </a:lnTo>
                <a:lnTo>
                  <a:pt x="6579286" y="4639469"/>
                </a:lnTo>
                <a:lnTo>
                  <a:pt x="6624839" y="4629742"/>
                </a:lnTo>
                <a:lnTo>
                  <a:pt x="6670251" y="4619640"/>
                </a:lnTo>
                <a:lnTo>
                  <a:pt x="6715522" y="4609165"/>
                </a:lnTo>
                <a:lnTo>
                  <a:pt x="6760649" y="4598318"/>
                </a:lnTo>
                <a:lnTo>
                  <a:pt x="6805631" y="4587100"/>
                </a:lnTo>
                <a:lnTo>
                  <a:pt x="6850466" y="4575514"/>
                </a:lnTo>
                <a:lnTo>
                  <a:pt x="6895152" y="4563562"/>
                </a:lnTo>
                <a:lnTo>
                  <a:pt x="6939688" y="4551244"/>
                </a:lnTo>
                <a:lnTo>
                  <a:pt x="6984071" y="4538563"/>
                </a:lnTo>
                <a:lnTo>
                  <a:pt x="7028301" y="4525520"/>
                </a:lnTo>
                <a:lnTo>
                  <a:pt x="7072375" y="4512117"/>
                </a:lnTo>
                <a:lnTo>
                  <a:pt x="7116292" y="4498356"/>
                </a:lnTo>
                <a:lnTo>
                  <a:pt x="7122272" y="449642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1053" y="6883723"/>
            <a:ext cx="24193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170" dirty="0">
                <a:solidFill>
                  <a:srgbClr val="FFFEFE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2881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46630" y="4092755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9160" y="542801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3030" y="4760382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54667" y="6095643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884881" y="0"/>
            <a:ext cx="4403725" cy="7423784"/>
          </a:xfrm>
          <a:custGeom>
            <a:avLst/>
            <a:gdLst/>
            <a:ahLst/>
            <a:cxnLst/>
            <a:rect l="l" t="t" r="r" b="b"/>
            <a:pathLst>
              <a:path w="4403725" h="7423784">
                <a:moveTo>
                  <a:pt x="388667" y="0"/>
                </a:moveTo>
                <a:lnTo>
                  <a:pt x="363760" y="63525"/>
                </a:lnTo>
                <a:lnTo>
                  <a:pt x="347539" y="106293"/>
                </a:lnTo>
                <a:lnTo>
                  <a:pt x="331664" y="149231"/>
                </a:lnTo>
                <a:lnTo>
                  <a:pt x="316137" y="192336"/>
                </a:lnTo>
                <a:lnTo>
                  <a:pt x="300959" y="235607"/>
                </a:lnTo>
                <a:lnTo>
                  <a:pt x="286133" y="279042"/>
                </a:lnTo>
                <a:lnTo>
                  <a:pt x="271660" y="322640"/>
                </a:lnTo>
                <a:lnTo>
                  <a:pt x="257543" y="366398"/>
                </a:lnTo>
                <a:lnTo>
                  <a:pt x="243781" y="410315"/>
                </a:lnTo>
                <a:lnTo>
                  <a:pt x="230378" y="454389"/>
                </a:lnTo>
                <a:lnTo>
                  <a:pt x="217335" y="498619"/>
                </a:lnTo>
                <a:lnTo>
                  <a:pt x="204653" y="543002"/>
                </a:lnTo>
                <a:lnTo>
                  <a:pt x="192335" y="587538"/>
                </a:lnTo>
                <a:lnTo>
                  <a:pt x="180382" y="632224"/>
                </a:lnTo>
                <a:lnTo>
                  <a:pt x="168796" y="677059"/>
                </a:lnTo>
                <a:lnTo>
                  <a:pt x="157578" y="722040"/>
                </a:lnTo>
                <a:lnTo>
                  <a:pt x="146731" y="767168"/>
                </a:lnTo>
                <a:lnTo>
                  <a:pt x="136255" y="812438"/>
                </a:lnTo>
                <a:lnTo>
                  <a:pt x="126153" y="857851"/>
                </a:lnTo>
                <a:lnTo>
                  <a:pt x="116426" y="903404"/>
                </a:lnTo>
                <a:lnTo>
                  <a:pt x="107076" y="949095"/>
                </a:lnTo>
                <a:lnTo>
                  <a:pt x="98105" y="994923"/>
                </a:lnTo>
                <a:lnTo>
                  <a:pt x="89514" y="1040887"/>
                </a:lnTo>
                <a:lnTo>
                  <a:pt x="81305" y="1086983"/>
                </a:lnTo>
                <a:lnTo>
                  <a:pt x="73481" y="1133212"/>
                </a:lnTo>
                <a:lnTo>
                  <a:pt x="66041" y="1179570"/>
                </a:lnTo>
                <a:lnTo>
                  <a:pt x="58989" y="1226057"/>
                </a:lnTo>
                <a:lnTo>
                  <a:pt x="52326" y="1272670"/>
                </a:lnTo>
                <a:lnTo>
                  <a:pt x="46054" y="1319408"/>
                </a:lnTo>
                <a:lnTo>
                  <a:pt x="40173" y="1366269"/>
                </a:lnTo>
                <a:lnTo>
                  <a:pt x="34687" y="1413252"/>
                </a:lnTo>
                <a:lnTo>
                  <a:pt x="29597" y="1460354"/>
                </a:lnTo>
                <a:lnTo>
                  <a:pt x="24904" y="1507575"/>
                </a:lnTo>
                <a:lnTo>
                  <a:pt x="20610" y="1554911"/>
                </a:lnTo>
                <a:lnTo>
                  <a:pt x="16717" y="1602363"/>
                </a:lnTo>
                <a:lnTo>
                  <a:pt x="13227" y="1649927"/>
                </a:lnTo>
                <a:lnTo>
                  <a:pt x="10140" y="1697603"/>
                </a:lnTo>
                <a:lnTo>
                  <a:pt x="7460" y="1745388"/>
                </a:lnTo>
                <a:lnTo>
                  <a:pt x="5188" y="1793281"/>
                </a:lnTo>
                <a:lnTo>
                  <a:pt x="3324" y="1841280"/>
                </a:lnTo>
                <a:lnTo>
                  <a:pt x="1872" y="1889384"/>
                </a:lnTo>
                <a:lnTo>
                  <a:pt x="833" y="1937590"/>
                </a:lnTo>
                <a:lnTo>
                  <a:pt x="208" y="1985898"/>
                </a:lnTo>
                <a:lnTo>
                  <a:pt x="0" y="2034304"/>
                </a:lnTo>
                <a:lnTo>
                  <a:pt x="208" y="2082711"/>
                </a:lnTo>
                <a:lnTo>
                  <a:pt x="833" y="2131018"/>
                </a:lnTo>
                <a:lnTo>
                  <a:pt x="1872" y="2179225"/>
                </a:lnTo>
                <a:lnTo>
                  <a:pt x="3324" y="2227328"/>
                </a:lnTo>
                <a:lnTo>
                  <a:pt x="5187" y="2275327"/>
                </a:lnTo>
                <a:lnTo>
                  <a:pt x="7460" y="2323221"/>
                </a:lnTo>
                <a:lnTo>
                  <a:pt x="10140" y="2371006"/>
                </a:lnTo>
                <a:lnTo>
                  <a:pt x="13226" y="2418681"/>
                </a:lnTo>
                <a:lnTo>
                  <a:pt x="16716" y="2466246"/>
                </a:lnTo>
                <a:lnTo>
                  <a:pt x="20609" y="2513697"/>
                </a:lnTo>
                <a:lnTo>
                  <a:pt x="24903" y="2561034"/>
                </a:lnTo>
                <a:lnTo>
                  <a:pt x="29596" y="2608255"/>
                </a:lnTo>
                <a:lnTo>
                  <a:pt x="34686" y="2655357"/>
                </a:lnTo>
                <a:lnTo>
                  <a:pt x="40172" y="2702340"/>
                </a:lnTo>
                <a:lnTo>
                  <a:pt x="46052" y="2749201"/>
                </a:lnTo>
                <a:lnTo>
                  <a:pt x="52324" y="2795939"/>
                </a:lnTo>
                <a:lnTo>
                  <a:pt x="58987" y="2842552"/>
                </a:lnTo>
                <a:lnTo>
                  <a:pt x="66039" y="2889039"/>
                </a:lnTo>
                <a:lnTo>
                  <a:pt x="73478" y="2935397"/>
                </a:lnTo>
                <a:lnTo>
                  <a:pt x="81303" y="2981625"/>
                </a:lnTo>
                <a:lnTo>
                  <a:pt x="89511" y="3027722"/>
                </a:lnTo>
                <a:lnTo>
                  <a:pt x="98101" y="3073685"/>
                </a:lnTo>
                <a:lnTo>
                  <a:pt x="107072" y="3119513"/>
                </a:lnTo>
                <a:lnTo>
                  <a:pt x="116422" y="3165205"/>
                </a:lnTo>
                <a:lnTo>
                  <a:pt x="126148" y="3210758"/>
                </a:lnTo>
                <a:lnTo>
                  <a:pt x="136250" y="3256170"/>
                </a:lnTo>
                <a:lnTo>
                  <a:pt x="146725" y="3301441"/>
                </a:lnTo>
                <a:lnTo>
                  <a:pt x="157573" y="3346568"/>
                </a:lnTo>
                <a:lnTo>
                  <a:pt x="168790" y="3391550"/>
                </a:lnTo>
                <a:lnTo>
                  <a:pt x="180376" y="3436385"/>
                </a:lnTo>
                <a:lnTo>
                  <a:pt x="192329" y="3481071"/>
                </a:lnTo>
                <a:lnTo>
                  <a:pt x="204647" y="3525607"/>
                </a:lnTo>
                <a:lnTo>
                  <a:pt x="217328" y="3569990"/>
                </a:lnTo>
                <a:lnTo>
                  <a:pt x="230370" y="3614220"/>
                </a:lnTo>
                <a:lnTo>
                  <a:pt x="243773" y="3658294"/>
                </a:lnTo>
                <a:lnTo>
                  <a:pt x="257534" y="3702211"/>
                </a:lnTo>
                <a:lnTo>
                  <a:pt x="271652" y="3745969"/>
                </a:lnTo>
                <a:lnTo>
                  <a:pt x="286124" y="3789566"/>
                </a:lnTo>
                <a:lnTo>
                  <a:pt x="300949" y="3833001"/>
                </a:lnTo>
                <a:lnTo>
                  <a:pt x="316126" y="3876272"/>
                </a:lnTo>
                <a:lnTo>
                  <a:pt x="331653" y="3919378"/>
                </a:lnTo>
                <a:lnTo>
                  <a:pt x="347528" y="3962315"/>
                </a:lnTo>
                <a:lnTo>
                  <a:pt x="363749" y="4005084"/>
                </a:lnTo>
                <a:lnTo>
                  <a:pt x="380314" y="4047682"/>
                </a:lnTo>
                <a:lnTo>
                  <a:pt x="397223" y="4090107"/>
                </a:lnTo>
                <a:lnTo>
                  <a:pt x="414473" y="4132358"/>
                </a:lnTo>
                <a:lnTo>
                  <a:pt x="432062" y="4174433"/>
                </a:lnTo>
                <a:lnTo>
                  <a:pt x="449989" y="4216330"/>
                </a:lnTo>
                <a:lnTo>
                  <a:pt x="468252" y="4258048"/>
                </a:lnTo>
                <a:lnTo>
                  <a:pt x="486850" y="4299584"/>
                </a:lnTo>
                <a:lnTo>
                  <a:pt x="505780" y="4340938"/>
                </a:lnTo>
                <a:lnTo>
                  <a:pt x="525041" y="4382108"/>
                </a:lnTo>
                <a:lnTo>
                  <a:pt x="544632" y="4423091"/>
                </a:lnTo>
                <a:lnTo>
                  <a:pt x="564550" y="4463887"/>
                </a:lnTo>
                <a:lnTo>
                  <a:pt x="584794" y="4504492"/>
                </a:lnTo>
                <a:lnTo>
                  <a:pt x="605362" y="4544907"/>
                </a:lnTo>
                <a:lnTo>
                  <a:pt x="626253" y="4585128"/>
                </a:lnTo>
                <a:lnTo>
                  <a:pt x="647465" y="4625155"/>
                </a:lnTo>
                <a:lnTo>
                  <a:pt x="668995" y="4664985"/>
                </a:lnTo>
                <a:lnTo>
                  <a:pt x="690843" y="4704617"/>
                </a:lnTo>
                <a:lnTo>
                  <a:pt x="713007" y="4744050"/>
                </a:lnTo>
                <a:lnTo>
                  <a:pt x="735484" y="4783281"/>
                </a:lnTo>
                <a:lnTo>
                  <a:pt x="758274" y="4822308"/>
                </a:lnTo>
                <a:lnTo>
                  <a:pt x="781374" y="4861131"/>
                </a:lnTo>
                <a:lnTo>
                  <a:pt x="804783" y="4899747"/>
                </a:lnTo>
                <a:lnTo>
                  <a:pt x="828500" y="4938155"/>
                </a:lnTo>
                <a:lnTo>
                  <a:pt x="852521" y="4976352"/>
                </a:lnTo>
                <a:lnTo>
                  <a:pt x="876847" y="5014338"/>
                </a:lnTo>
                <a:lnTo>
                  <a:pt x="901474" y="5052111"/>
                </a:lnTo>
                <a:lnTo>
                  <a:pt x="926402" y="5089668"/>
                </a:lnTo>
                <a:lnTo>
                  <a:pt x="951629" y="5127009"/>
                </a:lnTo>
                <a:lnTo>
                  <a:pt x="977152" y="5164130"/>
                </a:lnTo>
                <a:lnTo>
                  <a:pt x="1002971" y="5201032"/>
                </a:lnTo>
                <a:lnTo>
                  <a:pt x="1029083" y="5237712"/>
                </a:lnTo>
                <a:lnTo>
                  <a:pt x="1055487" y="5274168"/>
                </a:lnTo>
                <a:lnTo>
                  <a:pt x="1082181" y="5310398"/>
                </a:lnTo>
                <a:lnTo>
                  <a:pt x="1109164" y="5346402"/>
                </a:lnTo>
                <a:lnTo>
                  <a:pt x="1136433" y="5382176"/>
                </a:lnTo>
                <a:lnTo>
                  <a:pt x="1163987" y="5417721"/>
                </a:lnTo>
                <a:lnTo>
                  <a:pt x="1191824" y="5453033"/>
                </a:lnTo>
                <a:lnTo>
                  <a:pt x="1219944" y="5488111"/>
                </a:lnTo>
                <a:lnTo>
                  <a:pt x="1248343" y="5522953"/>
                </a:lnTo>
                <a:lnTo>
                  <a:pt x="1277020" y="5557559"/>
                </a:lnTo>
                <a:lnTo>
                  <a:pt x="1305973" y="5591925"/>
                </a:lnTo>
                <a:lnTo>
                  <a:pt x="1335202" y="5626051"/>
                </a:lnTo>
                <a:lnTo>
                  <a:pt x="1364703" y="5659934"/>
                </a:lnTo>
                <a:lnTo>
                  <a:pt x="1394476" y="5693573"/>
                </a:lnTo>
                <a:lnTo>
                  <a:pt x="1424519" y="5726966"/>
                </a:lnTo>
                <a:lnTo>
                  <a:pt x="1454829" y="5760112"/>
                </a:lnTo>
                <a:lnTo>
                  <a:pt x="1485406" y="5793008"/>
                </a:lnTo>
                <a:lnTo>
                  <a:pt x="1516247" y="5825653"/>
                </a:lnTo>
                <a:lnTo>
                  <a:pt x="1547351" y="5858046"/>
                </a:lnTo>
                <a:lnTo>
                  <a:pt x="1578717" y="5890185"/>
                </a:lnTo>
                <a:lnTo>
                  <a:pt x="1610341" y="5922067"/>
                </a:lnTo>
                <a:lnTo>
                  <a:pt x="1642224" y="5953692"/>
                </a:lnTo>
                <a:lnTo>
                  <a:pt x="1674362" y="5985058"/>
                </a:lnTo>
                <a:lnTo>
                  <a:pt x="1706755" y="6016162"/>
                </a:lnTo>
                <a:lnTo>
                  <a:pt x="1739401" y="6047003"/>
                </a:lnTo>
                <a:lnTo>
                  <a:pt x="1772297" y="6077580"/>
                </a:lnTo>
                <a:lnTo>
                  <a:pt x="1805443" y="6107890"/>
                </a:lnTo>
                <a:lnTo>
                  <a:pt x="1838836" y="6137933"/>
                </a:lnTo>
                <a:lnTo>
                  <a:pt x="1872475" y="6167706"/>
                </a:lnTo>
                <a:lnTo>
                  <a:pt x="1906358" y="6197207"/>
                </a:lnTo>
                <a:lnTo>
                  <a:pt x="1940484" y="6226436"/>
                </a:lnTo>
                <a:lnTo>
                  <a:pt x="1974850" y="6255389"/>
                </a:lnTo>
                <a:lnTo>
                  <a:pt x="2009455" y="6284066"/>
                </a:lnTo>
                <a:lnTo>
                  <a:pt x="2044298" y="6312465"/>
                </a:lnTo>
                <a:lnTo>
                  <a:pt x="2079376" y="6340584"/>
                </a:lnTo>
                <a:lnTo>
                  <a:pt x="2114688" y="6368422"/>
                </a:lnTo>
                <a:lnTo>
                  <a:pt x="2150232" y="6395976"/>
                </a:lnTo>
                <a:lnTo>
                  <a:pt x="2186007" y="6423245"/>
                </a:lnTo>
                <a:lnTo>
                  <a:pt x="2222010" y="6450228"/>
                </a:lnTo>
                <a:lnTo>
                  <a:pt x="2258241" y="6476922"/>
                </a:lnTo>
                <a:lnTo>
                  <a:pt x="2294697" y="6503326"/>
                </a:lnTo>
                <a:lnTo>
                  <a:pt x="2331377" y="6529438"/>
                </a:lnTo>
                <a:lnTo>
                  <a:pt x="2368278" y="6555257"/>
                </a:lnTo>
                <a:lnTo>
                  <a:pt x="2405400" y="6580780"/>
                </a:lnTo>
                <a:lnTo>
                  <a:pt x="2442741" y="6606007"/>
                </a:lnTo>
                <a:lnTo>
                  <a:pt x="2480298" y="6630934"/>
                </a:lnTo>
                <a:lnTo>
                  <a:pt x="2518070" y="6655562"/>
                </a:lnTo>
                <a:lnTo>
                  <a:pt x="2556056" y="6679887"/>
                </a:lnTo>
                <a:lnTo>
                  <a:pt x="2594254" y="6703909"/>
                </a:lnTo>
                <a:lnTo>
                  <a:pt x="2632662" y="6727626"/>
                </a:lnTo>
                <a:lnTo>
                  <a:pt x="2671278" y="6751035"/>
                </a:lnTo>
                <a:lnTo>
                  <a:pt x="2710100" y="6774135"/>
                </a:lnTo>
                <a:lnTo>
                  <a:pt x="2749128" y="6796925"/>
                </a:lnTo>
                <a:lnTo>
                  <a:pt x="2788359" y="6819402"/>
                </a:lnTo>
                <a:lnTo>
                  <a:pt x="2827791" y="6841566"/>
                </a:lnTo>
                <a:lnTo>
                  <a:pt x="2867423" y="6863414"/>
                </a:lnTo>
                <a:lnTo>
                  <a:pt x="2907254" y="6884944"/>
                </a:lnTo>
                <a:lnTo>
                  <a:pt x="2947280" y="6906156"/>
                </a:lnTo>
                <a:lnTo>
                  <a:pt x="2987502" y="6927047"/>
                </a:lnTo>
                <a:lnTo>
                  <a:pt x="3027916" y="6947615"/>
                </a:lnTo>
                <a:lnTo>
                  <a:pt x="3068522" y="6967859"/>
                </a:lnTo>
                <a:lnTo>
                  <a:pt x="3109317" y="6987777"/>
                </a:lnTo>
                <a:lnTo>
                  <a:pt x="3150301" y="7007368"/>
                </a:lnTo>
                <a:lnTo>
                  <a:pt x="3191470" y="7026629"/>
                </a:lnTo>
                <a:lnTo>
                  <a:pt x="3232824" y="7045559"/>
                </a:lnTo>
                <a:lnTo>
                  <a:pt x="3274361" y="7064157"/>
                </a:lnTo>
                <a:lnTo>
                  <a:pt x="3316079" y="7082420"/>
                </a:lnTo>
                <a:lnTo>
                  <a:pt x="3357976" y="7100347"/>
                </a:lnTo>
                <a:lnTo>
                  <a:pt x="3400051" y="7117936"/>
                </a:lnTo>
                <a:lnTo>
                  <a:pt x="3442302" y="7135186"/>
                </a:lnTo>
                <a:lnTo>
                  <a:pt x="3484727" y="7152095"/>
                </a:lnTo>
                <a:lnTo>
                  <a:pt x="3527325" y="7168660"/>
                </a:lnTo>
                <a:lnTo>
                  <a:pt x="3570093" y="7184881"/>
                </a:lnTo>
                <a:lnTo>
                  <a:pt x="3613031" y="7200756"/>
                </a:lnTo>
                <a:lnTo>
                  <a:pt x="3656136" y="7216283"/>
                </a:lnTo>
                <a:lnTo>
                  <a:pt x="3699407" y="7231460"/>
                </a:lnTo>
                <a:lnTo>
                  <a:pt x="3742842" y="7246285"/>
                </a:lnTo>
                <a:lnTo>
                  <a:pt x="3786439" y="7260757"/>
                </a:lnTo>
                <a:lnTo>
                  <a:pt x="3830197" y="7274875"/>
                </a:lnTo>
                <a:lnTo>
                  <a:pt x="3874114" y="7288636"/>
                </a:lnTo>
                <a:lnTo>
                  <a:pt x="3918189" y="7302039"/>
                </a:lnTo>
                <a:lnTo>
                  <a:pt x="3962418" y="7315081"/>
                </a:lnTo>
                <a:lnTo>
                  <a:pt x="4006802" y="7327763"/>
                </a:lnTo>
                <a:lnTo>
                  <a:pt x="4051337" y="7340080"/>
                </a:lnTo>
                <a:lnTo>
                  <a:pt x="4096024" y="7352033"/>
                </a:lnTo>
                <a:lnTo>
                  <a:pt x="4140858" y="7363619"/>
                </a:lnTo>
                <a:lnTo>
                  <a:pt x="4185840" y="7374836"/>
                </a:lnTo>
                <a:lnTo>
                  <a:pt x="4230967" y="7385684"/>
                </a:lnTo>
                <a:lnTo>
                  <a:pt x="4276238" y="7396159"/>
                </a:lnTo>
                <a:lnTo>
                  <a:pt x="4321651" y="7406261"/>
                </a:lnTo>
                <a:lnTo>
                  <a:pt x="4367204" y="7415987"/>
                </a:lnTo>
                <a:lnTo>
                  <a:pt x="4403120" y="742333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6510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 </a:t>
            </a:r>
            <a:r>
              <a:rPr spc="-10" dirty="0"/>
              <a:t>DESCRIPTION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309245">
              <a:lnSpc>
                <a:spcPts val="3300"/>
              </a:lnSpc>
              <a:spcBef>
                <a:spcPts val="259"/>
              </a:spcBef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1: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Authentication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User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Management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dirty="0"/>
              <a:t>Handles</a:t>
            </a:r>
            <a:r>
              <a:rPr spc="-50" dirty="0"/>
              <a:t> </a:t>
            </a:r>
            <a:r>
              <a:rPr spc="-10" dirty="0"/>
              <a:t>role-</a:t>
            </a:r>
            <a:r>
              <a:rPr dirty="0"/>
              <a:t>based</a:t>
            </a:r>
            <a:r>
              <a:rPr spc="-50" dirty="0"/>
              <a:t> </a:t>
            </a:r>
            <a:r>
              <a:rPr dirty="0"/>
              <a:t>registration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Students, </a:t>
            </a:r>
            <a:r>
              <a:rPr dirty="0"/>
              <a:t>Employers,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Admins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secure</a:t>
            </a:r>
            <a:r>
              <a:rPr spc="-30" dirty="0"/>
              <a:t> </a:t>
            </a:r>
            <a:r>
              <a:rPr dirty="0"/>
              <a:t>login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spc="-20" dirty="0"/>
              <a:t>JWT-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authentication</a:t>
            </a:r>
            <a:r>
              <a:rPr spc="-25" dirty="0"/>
              <a:t> </a:t>
            </a:r>
            <a:r>
              <a:rPr dirty="0"/>
              <a:t>via</a:t>
            </a:r>
            <a:r>
              <a:rPr spc="-30" dirty="0"/>
              <a:t> </a:t>
            </a:r>
            <a:r>
              <a:rPr dirty="0"/>
              <a:t>Spring</a:t>
            </a:r>
            <a:r>
              <a:rPr spc="-30" dirty="0"/>
              <a:t> </a:t>
            </a:r>
            <a:r>
              <a:rPr dirty="0"/>
              <a:t>Security.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20" dirty="0"/>
              <a:t>also </a:t>
            </a:r>
            <a:r>
              <a:rPr dirty="0"/>
              <a:t>supports</a:t>
            </a:r>
            <a:r>
              <a:rPr spc="-30" dirty="0"/>
              <a:t> </a:t>
            </a:r>
            <a:r>
              <a:rPr dirty="0"/>
              <a:t>profile</a:t>
            </a:r>
            <a:r>
              <a:rPr spc="-25" dirty="0"/>
              <a:t> </a:t>
            </a:r>
            <a:r>
              <a:rPr dirty="0"/>
              <a:t>management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role-</a:t>
            </a:r>
            <a:r>
              <a:rPr dirty="0"/>
              <a:t>specific</a:t>
            </a:r>
            <a:r>
              <a:rPr spc="-30" dirty="0"/>
              <a:t> </a:t>
            </a:r>
            <a:r>
              <a:rPr dirty="0"/>
              <a:t>access</a:t>
            </a:r>
            <a:r>
              <a:rPr spc="-25" dirty="0"/>
              <a:t> </a:t>
            </a:r>
            <a:r>
              <a:rPr dirty="0"/>
              <a:t>control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ensure</a:t>
            </a:r>
            <a:r>
              <a:rPr spc="-3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security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personalized </a:t>
            </a:r>
            <a:r>
              <a:rPr dirty="0"/>
              <a:t>user</a:t>
            </a:r>
            <a:r>
              <a:rPr spc="-30" dirty="0"/>
              <a:t> </a:t>
            </a:r>
            <a:r>
              <a:rPr spc="-10" dirty="0"/>
              <a:t>experience.</a:t>
            </a:r>
          </a:p>
          <a:p>
            <a:pPr marL="12700" marR="655955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2: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Job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Application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Processing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dirty="0"/>
              <a:t>Implements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core</a:t>
            </a:r>
            <a:r>
              <a:rPr spc="-45" dirty="0"/>
              <a:t> </a:t>
            </a:r>
            <a:r>
              <a:rPr dirty="0"/>
              <a:t>recruitment</a:t>
            </a:r>
            <a:r>
              <a:rPr spc="-45" dirty="0"/>
              <a:t> </a:t>
            </a:r>
            <a:r>
              <a:rPr dirty="0"/>
              <a:t>workflow,</a:t>
            </a:r>
            <a:r>
              <a:rPr spc="-45" dirty="0"/>
              <a:t> </a:t>
            </a:r>
            <a:r>
              <a:rPr spc="-10" dirty="0"/>
              <a:t>enabling </a:t>
            </a:r>
            <a:r>
              <a:rPr dirty="0"/>
              <a:t>employers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create,</a:t>
            </a:r>
            <a:r>
              <a:rPr spc="-25" dirty="0"/>
              <a:t> </a:t>
            </a:r>
            <a:r>
              <a:rPr dirty="0"/>
              <a:t>update,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manage</a:t>
            </a:r>
            <a:r>
              <a:rPr spc="-25" dirty="0"/>
              <a:t> </a:t>
            </a:r>
            <a:r>
              <a:rPr dirty="0"/>
              <a:t>job</a:t>
            </a:r>
            <a:r>
              <a:rPr spc="-25" dirty="0"/>
              <a:t> </a:t>
            </a:r>
            <a:r>
              <a:rPr dirty="0"/>
              <a:t>listings</a:t>
            </a:r>
            <a:r>
              <a:rPr spc="-25" dirty="0"/>
              <a:t> </a:t>
            </a:r>
            <a:r>
              <a:rPr dirty="0"/>
              <a:t>efficiently.</a:t>
            </a:r>
            <a:r>
              <a:rPr spc="-30" dirty="0"/>
              <a:t> </a:t>
            </a:r>
            <a:r>
              <a:rPr dirty="0"/>
              <a:t>Students</a:t>
            </a:r>
            <a:r>
              <a:rPr spc="-2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apply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jobs,</a:t>
            </a:r>
            <a:r>
              <a:rPr spc="-25" dirty="0"/>
              <a:t> </a:t>
            </a:r>
            <a:r>
              <a:rPr spc="-10" dirty="0"/>
              <a:t>upload </a:t>
            </a:r>
            <a:r>
              <a:rPr dirty="0"/>
              <a:t>resumes,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track</a:t>
            </a:r>
            <a:r>
              <a:rPr spc="-25" dirty="0"/>
              <a:t> </a:t>
            </a:r>
            <a:r>
              <a:rPr dirty="0"/>
              <a:t>application</a:t>
            </a:r>
            <a:r>
              <a:rPr spc="-25" dirty="0"/>
              <a:t> </a:t>
            </a:r>
            <a:r>
              <a:rPr dirty="0"/>
              <a:t>status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real</a:t>
            </a:r>
            <a:r>
              <a:rPr spc="-25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dirty="0"/>
              <a:t>through</a:t>
            </a:r>
            <a:r>
              <a:rPr spc="-2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integrated</a:t>
            </a:r>
            <a:r>
              <a:rPr spc="-25" dirty="0"/>
              <a:t> </a:t>
            </a:r>
            <a:r>
              <a:rPr spc="-10" dirty="0"/>
              <a:t>system.</a:t>
            </a:r>
          </a:p>
          <a:p>
            <a:pPr marL="12700" marR="5080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3: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Database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File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Management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Manages</a:t>
            </a:r>
            <a:r>
              <a:rPr spc="-40" dirty="0"/>
              <a:t> </a:t>
            </a:r>
            <a:r>
              <a:rPr dirty="0"/>
              <a:t>structured</a:t>
            </a:r>
            <a:r>
              <a:rPr spc="-40" dirty="0"/>
              <a:t> </a:t>
            </a:r>
            <a:r>
              <a:rPr dirty="0"/>
              <a:t>storage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users,</a:t>
            </a:r>
            <a:r>
              <a:rPr spc="-40" dirty="0"/>
              <a:t> </a:t>
            </a:r>
            <a:r>
              <a:rPr dirty="0"/>
              <a:t>jobs,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application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MySQL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consistency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reliability.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also</a:t>
            </a:r>
            <a:r>
              <a:rPr spc="-35" dirty="0"/>
              <a:t> </a:t>
            </a:r>
            <a:r>
              <a:rPr dirty="0"/>
              <a:t>ensures</a:t>
            </a:r>
            <a:r>
              <a:rPr spc="-30" dirty="0"/>
              <a:t> </a:t>
            </a:r>
            <a:r>
              <a:rPr dirty="0"/>
              <a:t>secure</a:t>
            </a:r>
            <a:r>
              <a:rPr spc="-30" dirty="0"/>
              <a:t> </a:t>
            </a:r>
            <a:r>
              <a:rPr dirty="0"/>
              <a:t>upload,</a:t>
            </a:r>
            <a:r>
              <a:rPr spc="-30" dirty="0"/>
              <a:t> </a:t>
            </a:r>
            <a:r>
              <a:rPr dirty="0"/>
              <a:t>storage,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retrieval</a:t>
            </a:r>
            <a:r>
              <a:rPr spc="-30" dirty="0"/>
              <a:t> </a:t>
            </a:r>
            <a:r>
              <a:rPr spc="-25" dirty="0"/>
              <a:t>of </a:t>
            </a:r>
            <a:r>
              <a:rPr dirty="0"/>
              <a:t>resume</a:t>
            </a:r>
            <a:r>
              <a:rPr spc="-30" dirty="0"/>
              <a:t> </a:t>
            </a:r>
            <a:r>
              <a:rPr dirty="0"/>
              <a:t>files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proper</a:t>
            </a:r>
            <a:r>
              <a:rPr spc="-3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handling</a:t>
            </a:r>
            <a:r>
              <a:rPr spc="-30" dirty="0"/>
              <a:t> </a:t>
            </a:r>
            <a:r>
              <a:rPr spc="-10" dirty="0"/>
              <a:t>mechanisms.</a:t>
            </a:r>
          </a:p>
          <a:p>
            <a:pPr marL="12700" marR="694690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4: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Innovative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Integrations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(AI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Alerts)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Integrates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Google</a:t>
            </a:r>
            <a:r>
              <a:rPr spc="-45" dirty="0"/>
              <a:t> </a:t>
            </a:r>
            <a:r>
              <a:rPr dirty="0"/>
              <a:t>Gemini</a:t>
            </a:r>
            <a:r>
              <a:rPr spc="-40" dirty="0"/>
              <a:t> </a:t>
            </a:r>
            <a:r>
              <a:rPr dirty="0"/>
              <a:t>API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10" dirty="0"/>
              <a:t>generate </a:t>
            </a:r>
            <a:r>
              <a:rPr dirty="0"/>
              <a:t>dynamic,</a:t>
            </a:r>
            <a:r>
              <a:rPr spc="-30" dirty="0"/>
              <a:t> </a:t>
            </a:r>
            <a:r>
              <a:rPr spc="-10" dirty="0"/>
              <a:t>role-</a:t>
            </a:r>
            <a:r>
              <a:rPr dirty="0"/>
              <a:t>specific</a:t>
            </a:r>
            <a:r>
              <a:rPr spc="-30" dirty="0"/>
              <a:t> </a:t>
            </a:r>
            <a:r>
              <a:rPr dirty="0"/>
              <a:t>interview</a:t>
            </a:r>
            <a:r>
              <a:rPr spc="-30" dirty="0"/>
              <a:t> </a:t>
            </a:r>
            <a:r>
              <a:rPr dirty="0"/>
              <a:t>questions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employers.</a:t>
            </a:r>
            <a:r>
              <a:rPr spc="-30" dirty="0"/>
              <a:t> </a:t>
            </a:r>
            <a:r>
              <a:rPr dirty="0"/>
              <a:t>Uses</a:t>
            </a:r>
            <a:r>
              <a:rPr spc="-30" dirty="0"/>
              <a:t> </a:t>
            </a:r>
            <a:r>
              <a:rPr spc="-25" dirty="0"/>
              <a:t>SMTP-</a:t>
            </a:r>
            <a:r>
              <a:rPr dirty="0"/>
              <a:t>based</a:t>
            </a:r>
            <a:r>
              <a:rPr spc="-25" dirty="0"/>
              <a:t> </a:t>
            </a:r>
            <a:r>
              <a:rPr dirty="0"/>
              <a:t>email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30" dirty="0"/>
              <a:t> </a:t>
            </a:r>
            <a:r>
              <a:rPr spc="-25" dirty="0"/>
              <a:t>for </a:t>
            </a:r>
            <a:r>
              <a:rPr dirty="0"/>
              <a:t>automated</a:t>
            </a:r>
            <a:r>
              <a:rPr spc="-40" dirty="0"/>
              <a:t> </a:t>
            </a:r>
            <a:r>
              <a:rPr dirty="0"/>
              <a:t>notifications,</a:t>
            </a:r>
            <a:r>
              <a:rPr spc="-35" dirty="0"/>
              <a:t> </a:t>
            </a:r>
            <a:r>
              <a:rPr dirty="0"/>
              <a:t>alerts,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OTP</a:t>
            </a:r>
            <a:r>
              <a:rPr spc="-35" dirty="0"/>
              <a:t> </a:t>
            </a:r>
            <a:r>
              <a:rPr dirty="0"/>
              <a:t>verification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enhance</a:t>
            </a:r>
            <a:r>
              <a:rPr spc="-40" dirty="0"/>
              <a:t> </a:t>
            </a:r>
            <a:r>
              <a:rPr spc="-10" dirty="0"/>
              <a:t>communication.</a:t>
            </a:r>
          </a:p>
          <a:p>
            <a:pPr marL="12700" marR="417195">
              <a:lnSpc>
                <a:spcPts val="3300"/>
              </a:lnSpc>
            </a:pPr>
            <a:r>
              <a:rPr b="1" dirty="0">
                <a:latin typeface="Times New Roman"/>
                <a:cs typeface="Times New Roman"/>
              </a:rPr>
              <a:t>Module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5: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Dashboards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Reporting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Provides</a:t>
            </a:r>
            <a:r>
              <a:rPr spc="-40" dirty="0"/>
              <a:t> </a:t>
            </a:r>
            <a:r>
              <a:rPr spc="-10" dirty="0"/>
              <a:t>role-</a:t>
            </a:r>
            <a:r>
              <a:rPr dirty="0"/>
              <a:t>based</a:t>
            </a:r>
            <a:r>
              <a:rPr spc="-40" dirty="0"/>
              <a:t> </a:t>
            </a:r>
            <a:r>
              <a:rPr dirty="0"/>
              <a:t>dashboards</a:t>
            </a:r>
            <a:r>
              <a:rPr spc="-4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modern</a:t>
            </a:r>
            <a:r>
              <a:rPr spc="-40" dirty="0"/>
              <a:t> </a:t>
            </a:r>
            <a:r>
              <a:rPr spc="-20" dirty="0"/>
              <a:t>Neo-</a:t>
            </a:r>
            <a:r>
              <a:rPr spc="-10" dirty="0"/>
              <a:t>Brutalist </a:t>
            </a:r>
            <a:r>
              <a:rPr dirty="0"/>
              <a:t>UI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students,</a:t>
            </a:r>
            <a:r>
              <a:rPr spc="-30" dirty="0"/>
              <a:t> </a:t>
            </a:r>
            <a:r>
              <a:rPr dirty="0"/>
              <a:t>employers,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admins.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offers</a:t>
            </a:r>
            <a:r>
              <a:rPr spc="-3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30" dirty="0"/>
              <a:t> </a:t>
            </a:r>
            <a:r>
              <a:rPr dirty="0"/>
              <a:t>updates,</a:t>
            </a:r>
            <a:r>
              <a:rPr spc="-30" dirty="0"/>
              <a:t> </a:t>
            </a:r>
            <a:r>
              <a:rPr dirty="0"/>
              <a:t>candidate</a:t>
            </a:r>
            <a:r>
              <a:rPr spc="-30" dirty="0"/>
              <a:t> </a:t>
            </a:r>
            <a:r>
              <a:rPr dirty="0"/>
              <a:t>shortlisting</a:t>
            </a:r>
            <a:r>
              <a:rPr spc="-30" dirty="0"/>
              <a:t> </a:t>
            </a:r>
            <a:r>
              <a:rPr dirty="0"/>
              <a:t>views,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export</a:t>
            </a:r>
            <a:r>
              <a:rPr spc="-30" dirty="0"/>
              <a:t> </a:t>
            </a:r>
            <a:r>
              <a:rPr dirty="0"/>
              <a:t>features</a:t>
            </a:r>
            <a:r>
              <a:rPr spc="-25" dirty="0"/>
              <a:t> </a:t>
            </a:r>
            <a:r>
              <a:rPr dirty="0"/>
              <a:t>(CSV)</a:t>
            </a:r>
            <a:r>
              <a:rPr spc="-3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better</a:t>
            </a:r>
            <a:r>
              <a:rPr spc="-30" dirty="0"/>
              <a:t> </a:t>
            </a:r>
            <a:r>
              <a:rPr dirty="0"/>
              <a:t>analysis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22959" y="2091725"/>
            <a:ext cx="217804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38735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45" dirty="0">
                <a:solidFill>
                  <a:srgbClr val="002060"/>
                </a:solidFill>
                <a:latin typeface="Trebuchet MS"/>
                <a:cs typeface="Trebuchet MS"/>
              </a:rPr>
              <a:t>8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884880" y="0"/>
            <a:ext cx="4403725" cy="7423784"/>
          </a:xfrm>
          <a:custGeom>
            <a:avLst/>
            <a:gdLst/>
            <a:ahLst/>
            <a:cxnLst/>
            <a:rect l="l" t="t" r="r" b="b"/>
            <a:pathLst>
              <a:path w="4403725" h="7423784">
                <a:moveTo>
                  <a:pt x="388667" y="0"/>
                </a:moveTo>
                <a:lnTo>
                  <a:pt x="363760" y="63525"/>
                </a:lnTo>
                <a:lnTo>
                  <a:pt x="347539" y="106293"/>
                </a:lnTo>
                <a:lnTo>
                  <a:pt x="331664" y="149231"/>
                </a:lnTo>
                <a:lnTo>
                  <a:pt x="316137" y="192336"/>
                </a:lnTo>
                <a:lnTo>
                  <a:pt x="300959" y="235607"/>
                </a:lnTo>
                <a:lnTo>
                  <a:pt x="286133" y="279042"/>
                </a:lnTo>
                <a:lnTo>
                  <a:pt x="271660" y="322640"/>
                </a:lnTo>
                <a:lnTo>
                  <a:pt x="257543" y="366398"/>
                </a:lnTo>
                <a:lnTo>
                  <a:pt x="243781" y="410315"/>
                </a:lnTo>
                <a:lnTo>
                  <a:pt x="230378" y="454389"/>
                </a:lnTo>
                <a:lnTo>
                  <a:pt x="217335" y="498619"/>
                </a:lnTo>
                <a:lnTo>
                  <a:pt x="204653" y="543002"/>
                </a:lnTo>
                <a:lnTo>
                  <a:pt x="192335" y="587538"/>
                </a:lnTo>
                <a:lnTo>
                  <a:pt x="180382" y="632224"/>
                </a:lnTo>
                <a:lnTo>
                  <a:pt x="168796" y="677059"/>
                </a:lnTo>
                <a:lnTo>
                  <a:pt x="157578" y="722040"/>
                </a:lnTo>
                <a:lnTo>
                  <a:pt x="146731" y="767168"/>
                </a:lnTo>
                <a:lnTo>
                  <a:pt x="136255" y="812438"/>
                </a:lnTo>
                <a:lnTo>
                  <a:pt x="126153" y="857851"/>
                </a:lnTo>
                <a:lnTo>
                  <a:pt x="116426" y="903404"/>
                </a:lnTo>
                <a:lnTo>
                  <a:pt x="107076" y="949095"/>
                </a:lnTo>
                <a:lnTo>
                  <a:pt x="98105" y="994923"/>
                </a:lnTo>
                <a:lnTo>
                  <a:pt x="89514" y="1040887"/>
                </a:lnTo>
                <a:lnTo>
                  <a:pt x="81305" y="1086983"/>
                </a:lnTo>
                <a:lnTo>
                  <a:pt x="73481" y="1133212"/>
                </a:lnTo>
                <a:lnTo>
                  <a:pt x="66041" y="1179570"/>
                </a:lnTo>
                <a:lnTo>
                  <a:pt x="58989" y="1226057"/>
                </a:lnTo>
                <a:lnTo>
                  <a:pt x="52326" y="1272670"/>
                </a:lnTo>
                <a:lnTo>
                  <a:pt x="46054" y="1319408"/>
                </a:lnTo>
                <a:lnTo>
                  <a:pt x="40173" y="1366269"/>
                </a:lnTo>
                <a:lnTo>
                  <a:pt x="34687" y="1413252"/>
                </a:lnTo>
                <a:lnTo>
                  <a:pt x="29597" y="1460354"/>
                </a:lnTo>
                <a:lnTo>
                  <a:pt x="24904" y="1507575"/>
                </a:lnTo>
                <a:lnTo>
                  <a:pt x="20610" y="1554911"/>
                </a:lnTo>
                <a:lnTo>
                  <a:pt x="16717" y="1602363"/>
                </a:lnTo>
                <a:lnTo>
                  <a:pt x="13227" y="1649927"/>
                </a:lnTo>
                <a:lnTo>
                  <a:pt x="10140" y="1697603"/>
                </a:lnTo>
                <a:lnTo>
                  <a:pt x="7460" y="1745388"/>
                </a:lnTo>
                <a:lnTo>
                  <a:pt x="5188" y="1793281"/>
                </a:lnTo>
                <a:lnTo>
                  <a:pt x="3324" y="1841280"/>
                </a:lnTo>
                <a:lnTo>
                  <a:pt x="1872" y="1889384"/>
                </a:lnTo>
                <a:lnTo>
                  <a:pt x="833" y="1937590"/>
                </a:lnTo>
                <a:lnTo>
                  <a:pt x="208" y="1985898"/>
                </a:lnTo>
                <a:lnTo>
                  <a:pt x="0" y="2034304"/>
                </a:lnTo>
                <a:lnTo>
                  <a:pt x="208" y="2082711"/>
                </a:lnTo>
                <a:lnTo>
                  <a:pt x="833" y="2131018"/>
                </a:lnTo>
                <a:lnTo>
                  <a:pt x="1872" y="2179225"/>
                </a:lnTo>
                <a:lnTo>
                  <a:pt x="3324" y="2227328"/>
                </a:lnTo>
                <a:lnTo>
                  <a:pt x="5187" y="2275327"/>
                </a:lnTo>
                <a:lnTo>
                  <a:pt x="7460" y="2323221"/>
                </a:lnTo>
                <a:lnTo>
                  <a:pt x="10140" y="2371006"/>
                </a:lnTo>
                <a:lnTo>
                  <a:pt x="13226" y="2418681"/>
                </a:lnTo>
                <a:lnTo>
                  <a:pt x="16716" y="2466246"/>
                </a:lnTo>
                <a:lnTo>
                  <a:pt x="20609" y="2513697"/>
                </a:lnTo>
                <a:lnTo>
                  <a:pt x="24903" y="2561034"/>
                </a:lnTo>
                <a:lnTo>
                  <a:pt x="29596" y="2608255"/>
                </a:lnTo>
                <a:lnTo>
                  <a:pt x="34686" y="2655357"/>
                </a:lnTo>
                <a:lnTo>
                  <a:pt x="40172" y="2702340"/>
                </a:lnTo>
                <a:lnTo>
                  <a:pt x="46052" y="2749201"/>
                </a:lnTo>
                <a:lnTo>
                  <a:pt x="52324" y="2795939"/>
                </a:lnTo>
                <a:lnTo>
                  <a:pt x="58987" y="2842552"/>
                </a:lnTo>
                <a:lnTo>
                  <a:pt x="66039" y="2889039"/>
                </a:lnTo>
                <a:lnTo>
                  <a:pt x="73478" y="2935397"/>
                </a:lnTo>
                <a:lnTo>
                  <a:pt x="81303" y="2981625"/>
                </a:lnTo>
                <a:lnTo>
                  <a:pt x="89511" y="3027722"/>
                </a:lnTo>
                <a:lnTo>
                  <a:pt x="98101" y="3073685"/>
                </a:lnTo>
                <a:lnTo>
                  <a:pt x="107072" y="3119513"/>
                </a:lnTo>
                <a:lnTo>
                  <a:pt x="116422" y="3165205"/>
                </a:lnTo>
                <a:lnTo>
                  <a:pt x="126148" y="3210758"/>
                </a:lnTo>
                <a:lnTo>
                  <a:pt x="136250" y="3256170"/>
                </a:lnTo>
                <a:lnTo>
                  <a:pt x="146725" y="3301441"/>
                </a:lnTo>
                <a:lnTo>
                  <a:pt x="157573" y="3346568"/>
                </a:lnTo>
                <a:lnTo>
                  <a:pt x="168790" y="3391550"/>
                </a:lnTo>
                <a:lnTo>
                  <a:pt x="180376" y="3436385"/>
                </a:lnTo>
                <a:lnTo>
                  <a:pt x="192329" y="3481071"/>
                </a:lnTo>
                <a:lnTo>
                  <a:pt x="204647" y="3525607"/>
                </a:lnTo>
                <a:lnTo>
                  <a:pt x="217328" y="3569990"/>
                </a:lnTo>
                <a:lnTo>
                  <a:pt x="230370" y="3614220"/>
                </a:lnTo>
                <a:lnTo>
                  <a:pt x="243773" y="3658294"/>
                </a:lnTo>
                <a:lnTo>
                  <a:pt x="257534" y="3702211"/>
                </a:lnTo>
                <a:lnTo>
                  <a:pt x="271652" y="3745969"/>
                </a:lnTo>
                <a:lnTo>
                  <a:pt x="286124" y="3789566"/>
                </a:lnTo>
                <a:lnTo>
                  <a:pt x="300949" y="3833001"/>
                </a:lnTo>
                <a:lnTo>
                  <a:pt x="316126" y="3876272"/>
                </a:lnTo>
                <a:lnTo>
                  <a:pt x="331653" y="3919378"/>
                </a:lnTo>
                <a:lnTo>
                  <a:pt x="347528" y="3962315"/>
                </a:lnTo>
                <a:lnTo>
                  <a:pt x="363749" y="4005084"/>
                </a:lnTo>
                <a:lnTo>
                  <a:pt x="380314" y="4047682"/>
                </a:lnTo>
                <a:lnTo>
                  <a:pt x="397223" y="4090107"/>
                </a:lnTo>
                <a:lnTo>
                  <a:pt x="414473" y="4132358"/>
                </a:lnTo>
                <a:lnTo>
                  <a:pt x="432062" y="4174433"/>
                </a:lnTo>
                <a:lnTo>
                  <a:pt x="449989" y="4216330"/>
                </a:lnTo>
                <a:lnTo>
                  <a:pt x="468252" y="4258048"/>
                </a:lnTo>
                <a:lnTo>
                  <a:pt x="486850" y="4299584"/>
                </a:lnTo>
                <a:lnTo>
                  <a:pt x="505780" y="4340938"/>
                </a:lnTo>
                <a:lnTo>
                  <a:pt x="525041" y="4382108"/>
                </a:lnTo>
                <a:lnTo>
                  <a:pt x="544632" y="4423091"/>
                </a:lnTo>
                <a:lnTo>
                  <a:pt x="564550" y="4463887"/>
                </a:lnTo>
                <a:lnTo>
                  <a:pt x="584794" y="4504492"/>
                </a:lnTo>
                <a:lnTo>
                  <a:pt x="605362" y="4544907"/>
                </a:lnTo>
                <a:lnTo>
                  <a:pt x="626253" y="4585128"/>
                </a:lnTo>
                <a:lnTo>
                  <a:pt x="647465" y="4625155"/>
                </a:lnTo>
                <a:lnTo>
                  <a:pt x="668995" y="4664985"/>
                </a:lnTo>
                <a:lnTo>
                  <a:pt x="690843" y="4704617"/>
                </a:lnTo>
                <a:lnTo>
                  <a:pt x="713007" y="4744050"/>
                </a:lnTo>
                <a:lnTo>
                  <a:pt x="735484" y="4783281"/>
                </a:lnTo>
                <a:lnTo>
                  <a:pt x="758274" y="4822308"/>
                </a:lnTo>
                <a:lnTo>
                  <a:pt x="781374" y="4861131"/>
                </a:lnTo>
                <a:lnTo>
                  <a:pt x="804783" y="4899747"/>
                </a:lnTo>
                <a:lnTo>
                  <a:pt x="828500" y="4938155"/>
                </a:lnTo>
                <a:lnTo>
                  <a:pt x="852521" y="4976352"/>
                </a:lnTo>
                <a:lnTo>
                  <a:pt x="876847" y="5014338"/>
                </a:lnTo>
                <a:lnTo>
                  <a:pt x="901474" y="5052111"/>
                </a:lnTo>
                <a:lnTo>
                  <a:pt x="926402" y="5089668"/>
                </a:lnTo>
                <a:lnTo>
                  <a:pt x="951629" y="5127009"/>
                </a:lnTo>
                <a:lnTo>
                  <a:pt x="977152" y="5164130"/>
                </a:lnTo>
                <a:lnTo>
                  <a:pt x="1002971" y="5201032"/>
                </a:lnTo>
                <a:lnTo>
                  <a:pt x="1029083" y="5237712"/>
                </a:lnTo>
                <a:lnTo>
                  <a:pt x="1055487" y="5274168"/>
                </a:lnTo>
                <a:lnTo>
                  <a:pt x="1082181" y="5310398"/>
                </a:lnTo>
                <a:lnTo>
                  <a:pt x="1109164" y="5346402"/>
                </a:lnTo>
                <a:lnTo>
                  <a:pt x="1136433" y="5382176"/>
                </a:lnTo>
                <a:lnTo>
                  <a:pt x="1163987" y="5417721"/>
                </a:lnTo>
                <a:lnTo>
                  <a:pt x="1191824" y="5453033"/>
                </a:lnTo>
                <a:lnTo>
                  <a:pt x="1219944" y="5488111"/>
                </a:lnTo>
                <a:lnTo>
                  <a:pt x="1248343" y="5522953"/>
                </a:lnTo>
                <a:lnTo>
                  <a:pt x="1277020" y="5557559"/>
                </a:lnTo>
                <a:lnTo>
                  <a:pt x="1305973" y="5591925"/>
                </a:lnTo>
                <a:lnTo>
                  <a:pt x="1335202" y="5626051"/>
                </a:lnTo>
                <a:lnTo>
                  <a:pt x="1364703" y="5659934"/>
                </a:lnTo>
                <a:lnTo>
                  <a:pt x="1394476" y="5693573"/>
                </a:lnTo>
                <a:lnTo>
                  <a:pt x="1424519" y="5726966"/>
                </a:lnTo>
                <a:lnTo>
                  <a:pt x="1454829" y="5760112"/>
                </a:lnTo>
                <a:lnTo>
                  <a:pt x="1485406" y="5793008"/>
                </a:lnTo>
                <a:lnTo>
                  <a:pt x="1516247" y="5825653"/>
                </a:lnTo>
                <a:lnTo>
                  <a:pt x="1547351" y="5858046"/>
                </a:lnTo>
                <a:lnTo>
                  <a:pt x="1578717" y="5890185"/>
                </a:lnTo>
                <a:lnTo>
                  <a:pt x="1610341" y="5922067"/>
                </a:lnTo>
                <a:lnTo>
                  <a:pt x="1642224" y="5953692"/>
                </a:lnTo>
                <a:lnTo>
                  <a:pt x="1674362" y="5985058"/>
                </a:lnTo>
                <a:lnTo>
                  <a:pt x="1706755" y="6016162"/>
                </a:lnTo>
                <a:lnTo>
                  <a:pt x="1739401" y="6047003"/>
                </a:lnTo>
                <a:lnTo>
                  <a:pt x="1772297" y="6077580"/>
                </a:lnTo>
                <a:lnTo>
                  <a:pt x="1805443" y="6107890"/>
                </a:lnTo>
                <a:lnTo>
                  <a:pt x="1838836" y="6137933"/>
                </a:lnTo>
                <a:lnTo>
                  <a:pt x="1872475" y="6167706"/>
                </a:lnTo>
                <a:lnTo>
                  <a:pt x="1906358" y="6197207"/>
                </a:lnTo>
                <a:lnTo>
                  <a:pt x="1940484" y="6226436"/>
                </a:lnTo>
                <a:lnTo>
                  <a:pt x="1974850" y="6255389"/>
                </a:lnTo>
                <a:lnTo>
                  <a:pt x="2009455" y="6284066"/>
                </a:lnTo>
                <a:lnTo>
                  <a:pt x="2044298" y="6312465"/>
                </a:lnTo>
                <a:lnTo>
                  <a:pt x="2079376" y="6340584"/>
                </a:lnTo>
                <a:lnTo>
                  <a:pt x="2114688" y="6368422"/>
                </a:lnTo>
                <a:lnTo>
                  <a:pt x="2150232" y="6395976"/>
                </a:lnTo>
                <a:lnTo>
                  <a:pt x="2186007" y="6423245"/>
                </a:lnTo>
                <a:lnTo>
                  <a:pt x="2222010" y="6450228"/>
                </a:lnTo>
                <a:lnTo>
                  <a:pt x="2258241" y="6476922"/>
                </a:lnTo>
                <a:lnTo>
                  <a:pt x="2294697" y="6503326"/>
                </a:lnTo>
                <a:lnTo>
                  <a:pt x="2331377" y="6529438"/>
                </a:lnTo>
                <a:lnTo>
                  <a:pt x="2368278" y="6555257"/>
                </a:lnTo>
                <a:lnTo>
                  <a:pt x="2405400" y="6580780"/>
                </a:lnTo>
                <a:lnTo>
                  <a:pt x="2442741" y="6606007"/>
                </a:lnTo>
                <a:lnTo>
                  <a:pt x="2480298" y="6630934"/>
                </a:lnTo>
                <a:lnTo>
                  <a:pt x="2518070" y="6655562"/>
                </a:lnTo>
                <a:lnTo>
                  <a:pt x="2556056" y="6679887"/>
                </a:lnTo>
                <a:lnTo>
                  <a:pt x="2594254" y="6703909"/>
                </a:lnTo>
                <a:lnTo>
                  <a:pt x="2632662" y="6727626"/>
                </a:lnTo>
                <a:lnTo>
                  <a:pt x="2671278" y="6751035"/>
                </a:lnTo>
                <a:lnTo>
                  <a:pt x="2710100" y="6774135"/>
                </a:lnTo>
                <a:lnTo>
                  <a:pt x="2749128" y="6796925"/>
                </a:lnTo>
                <a:lnTo>
                  <a:pt x="2788359" y="6819402"/>
                </a:lnTo>
                <a:lnTo>
                  <a:pt x="2827791" y="6841566"/>
                </a:lnTo>
                <a:lnTo>
                  <a:pt x="2867423" y="6863414"/>
                </a:lnTo>
                <a:lnTo>
                  <a:pt x="2907254" y="6884944"/>
                </a:lnTo>
                <a:lnTo>
                  <a:pt x="2947280" y="6906156"/>
                </a:lnTo>
                <a:lnTo>
                  <a:pt x="2987502" y="6927047"/>
                </a:lnTo>
                <a:lnTo>
                  <a:pt x="3027916" y="6947615"/>
                </a:lnTo>
                <a:lnTo>
                  <a:pt x="3068522" y="6967859"/>
                </a:lnTo>
                <a:lnTo>
                  <a:pt x="3109317" y="6987777"/>
                </a:lnTo>
                <a:lnTo>
                  <a:pt x="3150301" y="7007368"/>
                </a:lnTo>
                <a:lnTo>
                  <a:pt x="3191470" y="7026629"/>
                </a:lnTo>
                <a:lnTo>
                  <a:pt x="3232824" y="7045559"/>
                </a:lnTo>
                <a:lnTo>
                  <a:pt x="3274361" y="7064157"/>
                </a:lnTo>
                <a:lnTo>
                  <a:pt x="3316079" y="7082420"/>
                </a:lnTo>
                <a:lnTo>
                  <a:pt x="3357976" y="7100347"/>
                </a:lnTo>
                <a:lnTo>
                  <a:pt x="3400051" y="7117936"/>
                </a:lnTo>
                <a:lnTo>
                  <a:pt x="3442302" y="7135186"/>
                </a:lnTo>
                <a:lnTo>
                  <a:pt x="3484727" y="7152095"/>
                </a:lnTo>
                <a:lnTo>
                  <a:pt x="3527325" y="7168660"/>
                </a:lnTo>
                <a:lnTo>
                  <a:pt x="3570093" y="7184881"/>
                </a:lnTo>
                <a:lnTo>
                  <a:pt x="3613031" y="7200756"/>
                </a:lnTo>
                <a:lnTo>
                  <a:pt x="3656136" y="7216283"/>
                </a:lnTo>
                <a:lnTo>
                  <a:pt x="3699407" y="7231460"/>
                </a:lnTo>
                <a:lnTo>
                  <a:pt x="3742842" y="7246285"/>
                </a:lnTo>
                <a:lnTo>
                  <a:pt x="3786439" y="7260757"/>
                </a:lnTo>
                <a:lnTo>
                  <a:pt x="3830197" y="7274875"/>
                </a:lnTo>
                <a:lnTo>
                  <a:pt x="3874114" y="7288636"/>
                </a:lnTo>
                <a:lnTo>
                  <a:pt x="3918189" y="7302039"/>
                </a:lnTo>
                <a:lnTo>
                  <a:pt x="3962418" y="7315081"/>
                </a:lnTo>
                <a:lnTo>
                  <a:pt x="4006802" y="7327763"/>
                </a:lnTo>
                <a:lnTo>
                  <a:pt x="4051337" y="7340080"/>
                </a:lnTo>
                <a:lnTo>
                  <a:pt x="4096024" y="7352033"/>
                </a:lnTo>
                <a:lnTo>
                  <a:pt x="4140858" y="7363619"/>
                </a:lnTo>
                <a:lnTo>
                  <a:pt x="4185840" y="7374836"/>
                </a:lnTo>
                <a:lnTo>
                  <a:pt x="4230967" y="7385684"/>
                </a:lnTo>
                <a:lnTo>
                  <a:pt x="4276238" y="7396159"/>
                </a:lnTo>
                <a:lnTo>
                  <a:pt x="4321651" y="7406261"/>
                </a:lnTo>
                <a:lnTo>
                  <a:pt x="4367204" y="7415987"/>
                </a:lnTo>
                <a:lnTo>
                  <a:pt x="4403120" y="742333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821939" y="7511306"/>
            <a:ext cx="13536930" cy="81216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34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above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screenshot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represents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home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portal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management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users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navigate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different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webpages.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35CBC16-BBEB-3E8B-414A-D7A0C25F7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9348" y="1088582"/>
            <a:ext cx="11596120" cy="63352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66975" y="2091725"/>
            <a:ext cx="729615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85" dirty="0">
                <a:solidFill>
                  <a:srgbClr val="002060"/>
                </a:solidFill>
                <a:latin typeface="Trebuchet MS"/>
                <a:cs typeface="Trebuchet MS"/>
              </a:rPr>
              <a:t>8(A)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279139" y="7551473"/>
            <a:ext cx="12905105" cy="81216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34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above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screenshot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represents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trending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which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recently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posted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home </a:t>
            </a:r>
            <a:r>
              <a:rPr sz="2600" dirty="0">
                <a:latin typeface="Times New Roman"/>
                <a:cs typeface="Times New Roman"/>
              </a:rPr>
              <a:t>page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portal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management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D86C2C-549E-412A-5120-8116AE4E3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67068" y="1068716"/>
            <a:ext cx="11791863" cy="6377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8" name="object 18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4" name="object 24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77393" y="3425120"/>
            <a:ext cx="709295" cy="473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165" dirty="0">
                <a:solidFill>
                  <a:srgbClr val="002060"/>
                </a:solidFill>
                <a:latin typeface="Trebuchet MS"/>
                <a:cs typeface="Trebuchet MS"/>
              </a:rPr>
              <a:t>8(B)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884881" y="0"/>
            <a:ext cx="4403725" cy="7423784"/>
          </a:xfrm>
          <a:custGeom>
            <a:avLst/>
            <a:gdLst/>
            <a:ahLst/>
            <a:cxnLst/>
            <a:rect l="l" t="t" r="r" b="b"/>
            <a:pathLst>
              <a:path w="4403725" h="7423784">
                <a:moveTo>
                  <a:pt x="388667" y="0"/>
                </a:moveTo>
                <a:lnTo>
                  <a:pt x="363760" y="63525"/>
                </a:lnTo>
                <a:lnTo>
                  <a:pt x="347539" y="106293"/>
                </a:lnTo>
                <a:lnTo>
                  <a:pt x="331664" y="149231"/>
                </a:lnTo>
                <a:lnTo>
                  <a:pt x="316137" y="192336"/>
                </a:lnTo>
                <a:lnTo>
                  <a:pt x="300959" y="235607"/>
                </a:lnTo>
                <a:lnTo>
                  <a:pt x="286133" y="279042"/>
                </a:lnTo>
                <a:lnTo>
                  <a:pt x="271660" y="322640"/>
                </a:lnTo>
                <a:lnTo>
                  <a:pt x="257543" y="366398"/>
                </a:lnTo>
                <a:lnTo>
                  <a:pt x="243781" y="410315"/>
                </a:lnTo>
                <a:lnTo>
                  <a:pt x="230378" y="454389"/>
                </a:lnTo>
                <a:lnTo>
                  <a:pt x="217335" y="498619"/>
                </a:lnTo>
                <a:lnTo>
                  <a:pt x="204653" y="543002"/>
                </a:lnTo>
                <a:lnTo>
                  <a:pt x="192335" y="587538"/>
                </a:lnTo>
                <a:lnTo>
                  <a:pt x="180382" y="632224"/>
                </a:lnTo>
                <a:lnTo>
                  <a:pt x="168796" y="677059"/>
                </a:lnTo>
                <a:lnTo>
                  <a:pt x="157578" y="722040"/>
                </a:lnTo>
                <a:lnTo>
                  <a:pt x="146731" y="767168"/>
                </a:lnTo>
                <a:lnTo>
                  <a:pt x="136255" y="812438"/>
                </a:lnTo>
                <a:lnTo>
                  <a:pt x="126153" y="857851"/>
                </a:lnTo>
                <a:lnTo>
                  <a:pt x="116426" y="903404"/>
                </a:lnTo>
                <a:lnTo>
                  <a:pt x="107076" y="949095"/>
                </a:lnTo>
                <a:lnTo>
                  <a:pt x="98105" y="994923"/>
                </a:lnTo>
                <a:lnTo>
                  <a:pt x="89514" y="1040887"/>
                </a:lnTo>
                <a:lnTo>
                  <a:pt x="81305" y="1086983"/>
                </a:lnTo>
                <a:lnTo>
                  <a:pt x="73481" y="1133212"/>
                </a:lnTo>
                <a:lnTo>
                  <a:pt x="66041" y="1179570"/>
                </a:lnTo>
                <a:lnTo>
                  <a:pt x="58989" y="1226057"/>
                </a:lnTo>
                <a:lnTo>
                  <a:pt x="52326" y="1272670"/>
                </a:lnTo>
                <a:lnTo>
                  <a:pt x="46054" y="1319408"/>
                </a:lnTo>
                <a:lnTo>
                  <a:pt x="40173" y="1366269"/>
                </a:lnTo>
                <a:lnTo>
                  <a:pt x="34687" y="1413252"/>
                </a:lnTo>
                <a:lnTo>
                  <a:pt x="29597" y="1460354"/>
                </a:lnTo>
                <a:lnTo>
                  <a:pt x="24904" y="1507575"/>
                </a:lnTo>
                <a:lnTo>
                  <a:pt x="20610" y="1554911"/>
                </a:lnTo>
                <a:lnTo>
                  <a:pt x="16717" y="1602363"/>
                </a:lnTo>
                <a:lnTo>
                  <a:pt x="13227" y="1649927"/>
                </a:lnTo>
                <a:lnTo>
                  <a:pt x="10140" y="1697603"/>
                </a:lnTo>
                <a:lnTo>
                  <a:pt x="7460" y="1745388"/>
                </a:lnTo>
                <a:lnTo>
                  <a:pt x="5188" y="1793281"/>
                </a:lnTo>
                <a:lnTo>
                  <a:pt x="3324" y="1841280"/>
                </a:lnTo>
                <a:lnTo>
                  <a:pt x="1872" y="1889384"/>
                </a:lnTo>
                <a:lnTo>
                  <a:pt x="833" y="1937590"/>
                </a:lnTo>
                <a:lnTo>
                  <a:pt x="208" y="1985898"/>
                </a:lnTo>
                <a:lnTo>
                  <a:pt x="0" y="2034304"/>
                </a:lnTo>
                <a:lnTo>
                  <a:pt x="208" y="2082711"/>
                </a:lnTo>
                <a:lnTo>
                  <a:pt x="833" y="2131018"/>
                </a:lnTo>
                <a:lnTo>
                  <a:pt x="1872" y="2179225"/>
                </a:lnTo>
                <a:lnTo>
                  <a:pt x="3324" y="2227328"/>
                </a:lnTo>
                <a:lnTo>
                  <a:pt x="5187" y="2275327"/>
                </a:lnTo>
                <a:lnTo>
                  <a:pt x="7460" y="2323221"/>
                </a:lnTo>
                <a:lnTo>
                  <a:pt x="10140" y="2371006"/>
                </a:lnTo>
                <a:lnTo>
                  <a:pt x="13226" y="2418681"/>
                </a:lnTo>
                <a:lnTo>
                  <a:pt x="16716" y="2466246"/>
                </a:lnTo>
                <a:lnTo>
                  <a:pt x="20609" y="2513697"/>
                </a:lnTo>
                <a:lnTo>
                  <a:pt x="24903" y="2561034"/>
                </a:lnTo>
                <a:lnTo>
                  <a:pt x="29596" y="2608255"/>
                </a:lnTo>
                <a:lnTo>
                  <a:pt x="34686" y="2655357"/>
                </a:lnTo>
                <a:lnTo>
                  <a:pt x="40172" y="2702340"/>
                </a:lnTo>
                <a:lnTo>
                  <a:pt x="46052" y="2749201"/>
                </a:lnTo>
                <a:lnTo>
                  <a:pt x="52324" y="2795939"/>
                </a:lnTo>
                <a:lnTo>
                  <a:pt x="58987" y="2842552"/>
                </a:lnTo>
                <a:lnTo>
                  <a:pt x="66039" y="2889039"/>
                </a:lnTo>
                <a:lnTo>
                  <a:pt x="73478" y="2935397"/>
                </a:lnTo>
                <a:lnTo>
                  <a:pt x="81303" y="2981625"/>
                </a:lnTo>
                <a:lnTo>
                  <a:pt x="89511" y="3027722"/>
                </a:lnTo>
                <a:lnTo>
                  <a:pt x="98101" y="3073685"/>
                </a:lnTo>
                <a:lnTo>
                  <a:pt x="107072" y="3119513"/>
                </a:lnTo>
                <a:lnTo>
                  <a:pt x="116422" y="3165205"/>
                </a:lnTo>
                <a:lnTo>
                  <a:pt x="126148" y="3210758"/>
                </a:lnTo>
                <a:lnTo>
                  <a:pt x="136250" y="3256170"/>
                </a:lnTo>
                <a:lnTo>
                  <a:pt x="146725" y="3301441"/>
                </a:lnTo>
                <a:lnTo>
                  <a:pt x="157573" y="3346568"/>
                </a:lnTo>
                <a:lnTo>
                  <a:pt x="168790" y="3391550"/>
                </a:lnTo>
                <a:lnTo>
                  <a:pt x="180376" y="3436385"/>
                </a:lnTo>
                <a:lnTo>
                  <a:pt x="192329" y="3481071"/>
                </a:lnTo>
                <a:lnTo>
                  <a:pt x="204647" y="3525607"/>
                </a:lnTo>
                <a:lnTo>
                  <a:pt x="217328" y="3569990"/>
                </a:lnTo>
                <a:lnTo>
                  <a:pt x="230370" y="3614220"/>
                </a:lnTo>
                <a:lnTo>
                  <a:pt x="243773" y="3658294"/>
                </a:lnTo>
                <a:lnTo>
                  <a:pt x="257534" y="3702211"/>
                </a:lnTo>
                <a:lnTo>
                  <a:pt x="271652" y="3745969"/>
                </a:lnTo>
                <a:lnTo>
                  <a:pt x="286124" y="3789566"/>
                </a:lnTo>
                <a:lnTo>
                  <a:pt x="300949" y="3833001"/>
                </a:lnTo>
                <a:lnTo>
                  <a:pt x="316126" y="3876272"/>
                </a:lnTo>
                <a:lnTo>
                  <a:pt x="331653" y="3919378"/>
                </a:lnTo>
                <a:lnTo>
                  <a:pt x="347528" y="3962315"/>
                </a:lnTo>
                <a:lnTo>
                  <a:pt x="363749" y="4005084"/>
                </a:lnTo>
                <a:lnTo>
                  <a:pt x="380314" y="4047682"/>
                </a:lnTo>
                <a:lnTo>
                  <a:pt x="397223" y="4090107"/>
                </a:lnTo>
                <a:lnTo>
                  <a:pt x="414473" y="4132358"/>
                </a:lnTo>
                <a:lnTo>
                  <a:pt x="432062" y="4174433"/>
                </a:lnTo>
                <a:lnTo>
                  <a:pt x="449989" y="4216330"/>
                </a:lnTo>
                <a:lnTo>
                  <a:pt x="468252" y="4258048"/>
                </a:lnTo>
                <a:lnTo>
                  <a:pt x="486850" y="4299584"/>
                </a:lnTo>
                <a:lnTo>
                  <a:pt x="505780" y="4340938"/>
                </a:lnTo>
                <a:lnTo>
                  <a:pt x="525041" y="4382108"/>
                </a:lnTo>
                <a:lnTo>
                  <a:pt x="544632" y="4423091"/>
                </a:lnTo>
                <a:lnTo>
                  <a:pt x="564550" y="4463887"/>
                </a:lnTo>
                <a:lnTo>
                  <a:pt x="584794" y="4504492"/>
                </a:lnTo>
                <a:lnTo>
                  <a:pt x="605362" y="4544907"/>
                </a:lnTo>
                <a:lnTo>
                  <a:pt x="626253" y="4585128"/>
                </a:lnTo>
                <a:lnTo>
                  <a:pt x="647465" y="4625155"/>
                </a:lnTo>
                <a:lnTo>
                  <a:pt x="668995" y="4664985"/>
                </a:lnTo>
                <a:lnTo>
                  <a:pt x="690843" y="4704617"/>
                </a:lnTo>
                <a:lnTo>
                  <a:pt x="713007" y="4744050"/>
                </a:lnTo>
                <a:lnTo>
                  <a:pt x="735484" y="4783281"/>
                </a:lnTo>
                <a:lnTo>
                  <a:pt x="758274" y="4822308"/>
                </a:lnTo>
                <a:lnTo>
                  <a:pt x="781374" y="4861131"/>
                </a:lnTo>
                <a:lnTo>
                  <a:pt x="804783" y="4899747"/>
                </a:lnTo>
                <a:lnTo>
                  <a:pt x="828500" y="4938155"/>
                </a:lnTo>
                <a:lnTo>
                  <a:pt x="852521" y="4976352"/>
                </a:lnTo>
                <a:lnTo>
                  <a:pt x="876847" y="5014338"/>
                </a:lnTo>
                <a:lnTo>
                  <a:pt x="901474" y="5052111"/>
                </a:lnTo>
                <a:lnTo>
                  <a:pt x="926402" y="5089668"/>
                </a:lnTo>
                <a:lnTo>
                  <a:pt x="951629" y="5127009"/>
                </a:lnTo>
                <a:lnTo>
                  <a:pt x="977152" y="5164130"/>
                </a:lnTo>
                <a:lnTo>
                  <a:pt x="1002971" y="5201032"/>
                </a:lnTo>
                <a:lnTo>
                  <a:pt x="1029083" y="5237712"/>
                </a:lnTo>
                <a:lnTo>
                  <a:pt x="1055487" y="5274168"/>
                </a:lnTo>
                <a:lnTo>
                  <a:pt x="1082181" y="5310398"/>
                </a:lnTo>
                <a:lnTo>
                  <a:pt x="1109164" y="5346402"/>
                </a:lnTo>
                <a:lnTo>
                  <a:pt x="1136433" y="5382176"/>
                </a:lnTo>
                <a:lnTo>
                  <a:pt x="1163987" y="5417721"/>
                </a:lnTo>
                <a:lnTo>
                  <a:pt x="1191824" y="5453033"/>
                </a:lnTo>
                <a:lnTo>
                  <a:pt x="1219944" y="5488111"/>
                </a:lnTo>
                <a:lnTo>
                  <a:pt x="1248343" y="5522953"/>
                </a:lnTo>
                <a:lnTo>
                  <a:pt x="1277020" y="5557559"/>
                </a:lnTo>
                <a:lnTo>
                  <a:pt x="1305973" y="5591925"/>
                </a:lnTo>
                <a:lnTo>
                  <a:pt x="1335202" y="5626051"/>
                </a:lnTo>
                <a:lnTo>
                  <a:pt x="1364703" y="5659934"/>
                </a:lnTo>
                <a:lnTo>
                  <a:pt x="1394476" y="5693573"/>
                </a:lnTo>
                <a:lnTo>
                  <a:pt x="1424519" y="5726966"/>
                </a:lnTo>
                <a:lnTo>
                  <a:pt x="1454829" y="5760112"/>
                </a:lnTo>
                <a:lnTo>
                  <a:pt x="1485406" y="5793008"/>
                </a:lnTo>
                <a:lnTo>
                  <a:pt x="1516247" y="5825653"/>
                </a:lnTo>
                <a:lnTo>
                  <a:pt x="1547351" y="5858046"/>
                </a:lnTo>
                <a:lnTo>
                  <a:pt x="1578717" y="5890185"/>
                </a:lnTo>
                <a:lnTo>
                  <a:pt x="1610341" y="5922067"/>
                </a:lnTo>
                <a:lnTo>
                  <a:pt x="1642224" y="5953692"/>
                </a:lnTo>
                <a:lnTo>
                  <a:pt x="1674362" y="5985058"/>
                </a:lnTo>
                <a:lnTo>
                  <a:pt x="1706755" y="6016162"/>
                </a:lnTo>
                <a:lnTo>
                  <a:pt x="1739401" y="6047003"/>
                </a:lnTo>
                <a:lnTo>
                  <a:pt x="1772297" y="6077580"/>
                </a:lnTo>
                <a:lnTo>
                  <a:pt x="1805443" y="6107890"/>
                </a:lnTo>
                <a:lnTo>
                  <a:pt x="1838836" y="6137933"/>
                </a:lnTo>
                <a:lnTo>
                  <a:pt x="1872475" y="6167706"/>
                </a:lnTo>
                <a:lnTo>
                  <a:pt x="1906358" y="6197207"/>
                </a:lnTo>
                <a:lnTo>
                  <a:pt x="1940484" y="6226436"/>
                </a:lnTo>
                <a:lnTo>
                  <a:pt x="1974850" y="6255389"/>
                </a:lnTo>
                <a:lnTo>
                  <a:pt x="2009455" y="6284066"/>
                </a:lnTo>
                <a:lnTo>
                  <a:pt x="2044298" y="6312465"/>
                </a:lnTo>
                <a:lnTo>
                  <a:pt x="2079376" y="6340584"/>
                </a:lnTo>
                <a:lnTo>
                  <a:pt x="2114688" y="6368422"/>
                </a:lnTo>
                <a:lnTo>
                  <a:pt x="2150232" y="6395976"/>
                </a:lnTo>
                <a:lnTo>
                  <a:pt x="2186007" y="6423245"/>
                </a:lnTo>
                <a:lnTo>
                  <a:pt x="2222010" y="6450228"/>
                </a:lnTo>
                <a:lnTo>
                  <a:pt x="2258241" y="6476922"/>
                </a:lnTo>
                <a:lnTo>
                  <a:pt x="2294697" y="6503326"/>
                </a:lnTo>
                <a:lnTo>
                  <a:pt x="2331377" y="6529438"/>
                </a:lnTo>
                <a:lnTo>
                  <a:pt x="2368278" y="6555257"/>
                </a:lnTo>
                <a:lnTo>
                  <a:pt x="2405400" y="6580780"/>
                </a:lnTo>
                <a:lnTo>
                  <a:pt x="2442741" y="6606007"/>
                </a:lnTo>
                <a:lnTo>
                  <a:pt x="2480298" y="6630934"/>
                </a:lnTo>
                <a:lnTo>
                  <a:pt x="2518070" y="6655562"/>
                </a:lnTo>
                <a:lnTo>
                  <a:pt x="2556056" y="6679887"/>
                </a:lnTo>
                <a:lnTo>
                  <a:pt x="2594254" y="6703909"/>
                </a:lnTo>
                <a:lnTo>
                  <a:pt x="2632662" y="6727626"/>
                </a:lnTo>
                <a:lnTo>
                  <a:pt x="2671278" y="6751035"/>
                </a:lnTo>
                <a:lnTo>
                  <a:pt x="2710100" y="6774135"/>
                </a:lnTo>
                <a:lnTo>
                  <a:pt x="2749128" y="6796925"/>
                </a:lnTo>
                <a:lnTo>
                  <a:pt x="2788359" y="6819402"/>
                </a:lnTo>
                <a:lnTo>
                  <a:pt x="2827791" y="6841566"/>
                </a:lnTo>
                <a:lnTo>
                  <a:pt x="2867423" y="6863414"/>
                </a:lnTo>
                <a:lnTo>
                  <a:pt x="2907254" y="6884944"/>
                </a:lnTo>
                <a:lnTo>
                  <a:pt x="2947280" y="6906156"/>
                </a:lnTo>
                <a:lnTo>
                  <a:pt x="2987502" y="6927047"/>
                </a:lnTo>
                <a:lnTo>
                  <a:pt x="3027916" y="6947615"/>
                </a:lnTo>
                <a:lnTo>
                  <a:pt x="3068522" y="6967859"/>
                </a:lnTo>
                <a:lnTo>
                  <a:pt x="3109317" y="6987777"/>
                </a:lnTo>
                <a:lnTo>
                  <a:pt x="3150301" y="7007368"/>
                </a:lnTo>
                <a:lnTo>
                  <a:pt x="3191470" y="7026629"/>
                </a:lnTo>
                <a:lnTo>
                  <a:pt x="3232824" y="7045559"/>
                </a:lnTo>
                <a:lnTo>
                  <a:pt x="3274361" y="7064157"/>
                </a:lnTo>
                <a:lnTo>
                  <a:pt x="3316079" y="7082420"/>
                </a:lnTo>
                <a:lnTo>
                  <a:pt x="3357976" y="7100347"/>
                </a:lnTo>
                <a:lnTo>
                  <a:pt x="3400051" y="7117936"/>
                </a:lnTo>
                <a:lnTo>
                  <a:pt x="3442302" y="7135186"/>
                </a:lnTo>
                <a:lnTo>
                  <a:pt x="3484727" y="7152095"/>
                </a:lnTo>
                <a:lnTo>
                  <a:pt x="3527325" y="7168660"/>
                </a:lnTo>
                <a:lnTo>
                  <a:pt x="3570093" y="7184881"/>
                </a:lnTo>
                <a:lnTo>
                  <a:pt x="3613031" y="7200756"/>
                </a:lnTo>
                <a:lnTo>
                  <a:pt x="3656136" y="7216283"/>
                </a:lnTo>
                <a:lnTo>
                  <a:pt x="3699407" y="7231460"/>
                </a:lnTo>
                <a:lnTo>
                  <a:pt x="3742842" y="7246285"/>
                </a:lnTo>
                <a:lnTo>
                  <a:pt x="3786439" y="7260757"/>
                </a:lnTo>
                <a:lnTo>
                  <a:pt x="3830197" y="7274875"/>
                </a:lnTo>
                <a:lnTo>
                  <a:pt x="3874114" y="7288636"/>
                </a:lnTo>
                <a:lnTo>
                  <a:pt x="3918189" y="7302039"/>
                </a:lnTo>
                <a:lnTo>
                  <a:pt x="3962418" y="7315081"/>
                </a:lnTo>
                <a:lnTo>
                  <a:pt x="4006802" y="7327763"/>
                </a:lnTo>
                <a:lnTo>
                  <a:pt x="4051337" y="7340080"/>
                </a:lnTo>
                <a:lnTo>
                  <a:pt x="4096024" y="7352033"/>
                </a:lnTo>
                <a:lnTo>
                  <a:pt x="4140858" y="7363619"/>
                </a:lnTo>
                <a:lnTo>
                  <a:pt x="4185840" y="7374836"/>
                </a:lnTo>
                <a:lnTo>
                  <a:pt x="4230967" y="7385684"/>
                </a:lnTo>
                <a:lnTo>
                  <a:pt x="4276238" y="7396159"/>
                </a:lnTo>
                <a:lnTo>
                  <a:pt x="4321651" y="7406261"/>
                </a:lnTo>
                <a:lnTo>
                  <a:pt x="4367204" y="7415987"/>
                </a:lnTo>
                <a:lnTo>
                  <a:pt x="4403120" y="7423337"/>
                </a:lnTo>
              </a:path>
            </a:pathLst>
          </a:custGeom>
          <a:ln w="9526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2245" y="2646292"/>
            <a:ext cx="104774" cy="10477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680561" y="2430424"/>
            <a:ext cx="2731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963400" y="2246559"/>
            <a:ext cx="24155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Page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444024" y="1697984"/>
            <a:ext cx="10160" cy="7484745"/>
          </a:xfrm>
          <a:custGeom>
            <a:avLst/>
            <a:gdLst/>
            <a:ahLst/>
            <a:cxnLst/>
            <a:rect l="l" t="t" r="r" b="b"/>
            <a:pathLst>
              <a:path w="10159" h="7484745">
                <a:moveTo>
                  <a:pt x="0" y="0"/>
                </a:moveTo>
                <a:lnTo>
                  <a:pt x="9535" y="7484119"/>
                </a:lnTo>
              </a:path>
            </a:pathLst>
          </a:custGeom>
          <a:ln w="9524">
            <a:solidFill>
              <a:srgbClr val="4E81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8711817-2B8C-8C03-275E-7B7CBEE15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48557" y="3020184"/>
            <a:ext cx="8489254" cy="479799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9660DE7-500D-628D-F7F4-7A1A132312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7560" y="3020184"/>
            <a:ext cx="7376463" cy="47412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4863" y="2091725"/>
            <a:ext cx="713740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507739" y="8024522"/>
            <a:ext cx="11114405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screenshot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i.e.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user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Authentication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&amp; </a:t>
            </a:r>
            <a:r>
              <a:rPr sz="2800" b="1" dirty="0">
                <a:latin typeface="Times New Roman"/>
                <a:cs typeface="Times New Roman"/>
              </a:rPr>
              <a:t>Management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500FEE0-0CE5-7394-87E7-1F996AF46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72995" y="1041725"/>
            <a:ext cx="7295326" cy="6742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4863" y="2091725"/>
            <a:ext cx="713740" cy="520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279139" y="8024522"/>
            <a:ext cx="11746865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screenshot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i.e.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Job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Application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Processing Module.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C2C3D77-F65E-18AE-C598-D79FB725B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786" y="1551313"/>
            <a:ext cx="14616427" cy="6055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4863" y="6902583"/>
            <a:ext cx="713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46630" y="2091725"/>
            <a:ext cx="170815" cy="428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7" name="object 27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49160" y="787022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895600" y="7585615"/>
            <a:ext cx="11786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screenshots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innovative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 err="1">
                <a:latin typeface="Times New Roman"/>
                <a:cs typeface="Times New Roman"/>
              </a:rPr>
              <a:t>chatbo</a:t>
            </a:r>
            <a:r>
              <a:rPr lang="en-IN" sz="2800" b="1" dirty="0">
                <a:latin typeface="Times New Roman"/>
                <a:cs typeface="Times New Roman"/>
              </a:rPr>
              <a:t>t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F4D7B6C-9723-F0CD-D6F8-9FD5ACEE0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0087" y="1259738"/>
            <a:ext cx="4767001" cy="6058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665389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4" name="object 4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7" name="object 7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0" name="object 10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16" name="object 16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19" name="object 19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2" name="object 22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973627" y="7756631"/>
            <a:ext cx="518159" cy="556260"/>
            <a:chOff x="973627" y="775663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776140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74863" y="2091725"/>
            <a:ext cx="713740" cy="606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170" dirty="0">
                <a:solidFill>
                  <a:srgbClr val="002060"/>
                </a:solidFill>
                <a:latin typeface="Trebuchet MS"/>
                <a:cs typeface="Trebuchet MS"/>
              </a:rPr>
              <a:t>8(C)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6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 </a:t>
            </a:r>
            <a:r>
              <a:rPr spc="-10" dirty="0"/>
              <a:t>SCREENSHOTS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9608E5D-F0F3-7E57-ED5B-7C994CF29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0965" y="2597697"/>
            <a:ext cx="13182600" cy="50916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7" y="732152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52" y="992504"/>
                </a:moveTo>
                <a:lnTo>
                  <a:pt x="448451" y="990233"/>
                </a:lnTo>
                <a:lnTo>
                  <a:pt x="401937" y="983558"/>
                </a:lnTo>
                <a:lnTo>
                  <a:pt x="356918" y="972687"/>
                </a:lnTo>
                <a:lnTo>
                  <a:pt x="313603" y="957828"/>
                </a:lnTo>
                <a:lnTo>
                  <a:pt x="272198" y="939188"/>
                </a:lnTo>
                <a:lnTo>
                  <a:pt x="232911" y="916976"/>
                </a:lnTo>
                <a:lnTo>
                  <a:pt x="195951" y="891398"/>
                </a:lnTo>
                <a:lnTo>
                  <a:pt x="161525" y="862663"/>
                </a:lnTo>
                <a:lnTo>
                  <a:pt x="129841" y="830979"/>
                </a:lnTo>
                <a:lnTo>
                  <a:pt x="101106" y="796553"/>
                </a:lnTo>
                <a:lnTo>
                  <a:pt x="75528" y="759593"/>
                </a:lnTo>
                <a:lnTo>
                  <a:pt x="53316" y="720306"/>
                </a:lnTo>
                <a:lnTo>
                  <a:pt x="34676" y="678901"/>
                </a:lnTo>
                <a:lnTo>
                  <a:pt x="19817" y="635586"/>
                </a:lnTo>
                <a:lnTo>
                  <a:pt x="8946" y="590567"/>
                </a:lnTo>
                <a:lnTo>
                  <a:pt x="2271" y="544053"/>
                </a:lnTo>
                <a:lnTo>
                  <a:pt x="0" y="496252"/>
                </a:lnTo>
                <a:lnTo>
                  <a:pt x="2271" y="448451"/>
                </a:lnTo>
                <a:lnTo>
                  <a:pt x="8946" y="401937"/>
                </a:lnTo>
                <a:lnTo>
                  <a:pt x="19817" y="356918"/>
                </a:lnTo>
                <a:lnTo>
                  <a:pt x="34676" y="313603"/>
                </a:lnTo>
                <a:lnTo>
                  <a:pt x="53316" y="272198"/>
                </a:lnTo>
                <a:lnTo>
                  <a:pt x="75528" y="232911"/>
                </a:lnTo>
                <a:lnTo>
                  <a:pt x="101106" y="195951"/>
                </a:lnTo>
                <a:lnTo>
                  <a:pt x="129841" y="161525"/>
                </a:lnTo>
                <a:lnTo>
                  <a:pt x="161525" y="129841"/>
                </a:lnTo>
                <a:lnTo>
                  <a:pt x="195951" y="101106"/>
                </a:lnTo>
                <a:lnTo>
                  <a:pt x="232911" y="75528"/>
                </a:lnTo>
                <a:lnTo>
                  <a:pt x="272198" y="53316"/>
                </a:lnTo>
                <a:lnTo>
                  <a:pt x="313603" y="34676"/>
                </a:lnTo>
                <a:lnTo>
                  <a:pt x="356918" y="19817"/>
                </a:lnTo>
                <a:lnTo>
                  <a:pt x="401937" y="8946"/>
                </a:lnTo>
                <a:lnTo>
                  <a:pt x="448451" y="2271"/>
                </a:lnTo>
                <a:lnTo>
                  <a:pt x="496252" y="0"/>
                </a:lnTo>
                <a:lnTo>
                  <a:pt x="544038" y="2271"/>
                </a:lnTo>
                <a:lnTo>
                  <a:pt x="590541" y="8946"/>
                </a:lnTo>
                <a:lnTo>
                  <a:pt x="635551" y="19817"/>
                </a:lnTo>
                <a:lnTo>
                  <a:pt x="678862" y="34676"/>
                </a:lnTo>
                <a:lnTo>
                  <a:pt x="720264" y="53316"/>
                </a:lnTo>
                <a:lnTo>
                  <a:pt x="759550" y="75528"/>
                </a:lnTo>
                <a:lnTo>
                  <a:pt x="796512" y="101106"/>
                </a:lnTo>
                <a:lnTo>
                  <a:pt x="830941" y="129841"/>
                </a:lnTo>
                <a:lnTo>
                  <a:pt x="862630" y="161525"/>
                </a:lnTo>
                <a:lnTo>
                  <a:pt x="891370" y="195951"/>
                </a:lnTo>
                <a:lnTo>
                  <a:pt x="916953" y="232911"/>
                </a:lnTo>
                <a:lnTo>
                  <a:pt x="939171" y="272198"/>
                </a:lnTo>
                <a:lnTo>
                  <a:pt x="957816" y="313603"/>
                </a:lnTo>
                <a:lnTo>
                  <a:pt x="972680" y="356918"/>
                </a:lnTo>
                <a:lnTo>
                  <a:pt x="983555" y="401937"/>
                </a:lnTo>
                <a:lnTo>
                  <a:pt x="990232" y="448451"/>
                </a:lnTo>
                <a:lnTo>
                  <a:pt x="992504" y="496252"/>
                </a:lnTo>
                <a:lnTo>
                  <a:pt x="990233" y="544053"/>
                </a:lnTo>
                <a:lnTo>
                  <a:pt x="983558" y="590567"/>
                </a:lnTo>
                <a:lnTo>
                  <a:pt x="972687" y="635586"/>
                </a:lnTo>
                <a:lnTo>
                  <a:pt x="957828" y="678901"/>
                </a:lnTo>
                <a:lnTo>
                  <a:pt x="939188" y="720306"/>
                </a:lnTo>
                <a:lnTo>
                  <a:pt x="916976" y="759593"/>
                </a:lnTo>
                <a:lnTo>
                  <a:pt x="891398" y="796553"/>
                </a:lnTo>
                <a:lnTo>
                  <a:pt x="862663" y="830979"/>
                </a:lnTo>
                <a:lnTo>
                  <a:pt x="830979" y="862663"/>
                </a:lnTo>
                <a:lnTo>
                  <a:pt x="796553" y="891398"/>
                </a:lnTo>
                <a:lnTo>
                  <a:pt x="759593" y="916976"/>
                </a:lnTo>
                <a:lnTo>
                  <a:pt x="720306" y="939188"/>
                </a:lnTo>
                <a:lnTo>
                  <a:pt x="678901" y="957828"/>
                </a:lnTo>
                <a:lnTo>
                  <a:pt x="635586" y="972687"/>
                </a:lnTo>
                <a:lnTo>
                  <a:pt x="590567" y="983558"/>
                </a:lnTo>
                <a:lnTo>
                  <a:pt x="544053" y="990233"/>
                </a:lnTo>
                <a:lnTo>
                  <a:pt x="496252" y="992504"/>
                </a:lnTo>
                <a:close/>
              </a:path>
            </a:pathLst>
          </a:custGeom>
          <a:solidFill>
            <a:srgbClr val="FD61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225" y="7551349"/>
            <a:ext cx="24765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215" dirty="0">
                <a:solidFill>
                  <a:srgbClr val="FFFEFE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627" y="3311629"/>
            <a:ext cx="518159" cy="556260"/>
            <a:chOff x="973627" y="3311629"/>
            <a:chExt cx="518159" cy="556260"/>
          </a:xfrm>
        </p:grpSpPr>
        <p:sp>
          <p:nvSpPr>
            <p:cNvPr id="5" name="object 5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1" y="3316403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2881" y="3425120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73627" y="1978138"/>
            <a:ext cx="518159" cy="556260"/>
            <a:chOff x="973627" y="1978138"/>
            <a:chExt cx="518159" cy="556260"/>
          </a:xfrm>
        </p:grpSpPr>
        <p:sp>
          <p:nvSpPr>
            <p:cNvPr id="9" name="object 9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401" y="1982912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0414" y="2091725"/>
            <a:ext cx="1028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3627" y="3979255"/>
            <a:ext cx="518159" cy="556260"/>
            <a:chOff x="973627" y="3979255"/>
            <a:chExt cx="518159" cy="556260"/>
          </a:xfrm>
        </p:grpSpPr>
        <p:sp>
          <p:nvSpPr>
            <p:cNvPr id="13" name="object 13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8401" y="3984029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46630" y="4092755"/>
            <a:ext cx="1708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3627" y="2643993"/>
            <a:ext cx="518159" cy="556260"/>
            <a:chOff x="973627" y="2643993"/>
            <a:chExt cx="518159" cy="556260"/>
          </a:xfrm>
        </p:grpSpPr>
        <p:sp>
          <p:nvSpPr>
            <p:cNvPr id="17" name="object 17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8401" y="2648767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54369" y="2757493"/>
            <a:ext cx="154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627" y="5314421"/>
            <a:ext cx="518159" cy="556260"/>
            <a:chOff x="973627" y="5314421"/>
            <a:chExt cx="518159" cy="556260"/>
          </a:xfrm>
        </p:grpSpPr>
        <p:sp>
          <p:nvSpPr>
            <p:cNvPr id="21" name="object 21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1" y="531919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49160" y="5428018"/>
            <a:ext cx="165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14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3627" y="4646891"/>
            <a:ext cx="518159" cy="556260"/>
            <a:chOff x="973627" y="4646891"/>
            <a:chExt cx="518159" cy="556260"/>
          </a:xfrm>
        </p:grpSpPr>
        <p:sp>
          <p:nvSpPr>
            <p:cNvPr id="25" name="object 25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546420"/>
                  </a:moveTo>
                  <a:lnTo>
                    <a:pt x="208427" y="542015"/>
                  </a:lnTo>
                  <a:lnTo>
                    <a:pt x="165437" y="529315"/>
                  </a:lnTo>
                  <a:lnTo>
                    <a:pt x="125850" y="509096"/>
                  </a:lnTo>
                  <a:lnTo>
                    <a:pt x="90386" y="482128"/>
                  </a:lnTo>
                  <a:lnTo>
                    <a:pt x="59760" y="449188"/>
                  </a:lnTo>
                  <a:lnTo>
                    <a:pt x="34691" y="411047"/>
                  </a:lnTo>
                  <a:lnTo>
                    <a:pt x="15896" y="368480"/>
                  </a:lnTo>
                  <a:lnTo>
                    <a:pt x="4093" y="322261"/>
                  </a:lnTo>
                  <a:lnTo>
                    <a:pt x="0" y="273162"/>
                  </a:lnTo>
                  <a:lnTo>
                    <a:pt x="4093" y="224066"/>
                  </a:lnTo>
                  <a:lnTo>
                    <a:pt x="15896" y="177855"/>
                  </a:lnTo>
                  <a:lnTo>
                    <a:pt x="34691" y="135301"/>
                  </a:lnTo>
                  <a:lnTo>
                    <a:pt x="59760" y="97175"/>
                  </a:lnTo>
                  <a:lnTo>
                    <a:pt x="90386" y="64251"/>
                  </a:lnTo>
                  <a:lnTo>
                    <a:pt x="125850" y="37299"/>
                  </a:lnTo>
                  <a:lnTo>
                    <a:pt x="165437" y="17092"/>
                  </a:lnTo>
                  <a:lnTo>
                    <a:pt x="208427" y="4401"/>
                  </a:lnTo>
                  <a:lnTo>
                    <a:pt x="254104" y="0"/>
                  </a:lnTo>
                  <a:lnTo>
                    <a:pt x="299781" y="4398"/>
                  </a:lnTo>
                  <a:lnTo>
                    <a:pt x="342772" y="17081"/>
                  </a:lnTo>
                  <a:lnTo>
                    <a:pt x="382358" y="37278"/>
                  </a:lnTo>
                  <a:lnTo>
                    <a:pt x="417823" y="64219"/>
                  </a:lnTo>
                  <a:lnTo>
                    <a:pt x="448448" y="97136"/>
                  </a:lnTo>
                  <a:lnTo>
                    <a:pt x="473517" y="135258"/>
                  </a:lnTo>
                  <a:lnTo>
                    <a:pt x="492312" y="177817"/>
                  </a:lnTo>
                  <a:lnTo>
                    <a:pt x="504115" y="224041"/>
                  </a:lnTo>
                  <a:lnTo>
                    <a:pt x="508209" y="273162"/>
                  </a:lnTo>
                  <a:lnTo>
                    <a:pt x="504115" y="322286"/>
                  </a:lnTo>
                  <a:lnTo>
                    <a:pt x="492312" y="368519"/>
                  </a:lnTo>
                  <a:lnTo>
                    <a:pt x="473517" y="411090"/>
                  </a:lnTo>
                  <a:lnTo>
                    <a:pt x="448448" y="449227"/>
                  </a:lnTo>
                  <a:lnTo>
                    <a:pt x="417823" y="482160"/>
                  </a:lnTo>
                  <a:lnTo>
                    <a:pt x="382358" y="509117"/>
                  </a:lnTo>
                  <a:lnTo>
                    <a:pt x="342772" y="529326"/>
                  </a:lnTo>
                  <a:lnTo>
                    <a:pt x="299781" y="542018"/>
                  </a:lnTo>
                  <a:lnTo>
                    <a:pt x="254104" y="54642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401" y="4651665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5">
                  <a:moveTo>
                    <a:pt x="254104" y="0"/>
                  </a:moveTo>
                  <a:lnTo>
                    <a:pt x="208427" y="4401"/>
                  </a:lnTo>
                  <a:lnTo>
                    <a:pt x="165437" y="17092"/>
                  </a:lnTo>
                  <a:lnTo>
                    <a:pt x="125850" y="37299"/>
                  </a:lnTo>
                  <a:lnTo>
                    <a:pt x="90386" y="64251"/>
                  </a:lnTo>
                  <a:lnTo>
                    <a:pt x="59760" y="97175"/>
                  </a:lnTo>
                  <a:lnTo>
                    <a:pt x="34691" y="135301"/>
                  </a:lnTo>
                  <a:lnTo>
                    <a:pt x="15896" y="177855"/>
                  </a:lnTo>
                  <a:lnTo>
                    <a:pt x="4093" y="224066"/>
                  </a:lnTo>
                  <a:lnTo>
                    <a:pt x="0" y="273162"/>
                  </a:lnTo>
                  <a:lnTo>
                    <a:pt x="4093" y="322261"/>
                  </a:lnTo>
                  <a:lnTo>
                    <a:pt x="15896" y="368480"/>
                  </a:lnTo>
                  <a:lnTo>
                    <a:pt x="34691" y="411047"/>
                  </a:lnTo>
                  <a:lnTo>
                    <a:pt x="59760" y="449188"/>
                  </a:lnTo>
                  <a:lnTo>
                    <a:pt x="90386" y="482128"/>
                  </a:lnTo>
                  <a:lnTo>
                    <a:pt x="125850" y="509096"/>
                  </a:lnTo>
                  <a:lnTo>
                    <a:pt x="165437" y="529315"/>
                  </a:lnTo>
                  <a:lnTo>
                    <a:pt x="208427" y="542015"/>
                  </a:lnTo>
                  <a:lnTo>
                    <a:pt x="254104" y="546420"/>
                  </a:lnTo>
                  <a:lnTo>
                    <a:pt x="299781" y="542018"/>
                  </a:lnTo>
                  <a:lnTo>
                    <a:pt x="342772" y="529326"/>
                  </a:lnTo>
                  <a:lnTo>
                    <a:pt x="382358" y="509117"/>
                  </a:lnTo>
                  <a:lnTo>
                    <a:pt x="417823" y="482160"/>
                  </a:lnTo>
                  <a:lnTo>
                    <a:pt x="448448" y="449227"/>
                  </a:lnTo>
                  <a:lnTo>
                    <a:pt x="473517" y="411090"/>
                  </a:lnTo>
                  <a:lnTo>
                    <a:pt x="492312" y="368519"/>
                  </a:lnTo>
                  <a:lnTo>
                    <a:pt x="504115" y="322286"/>
                  </a:lnTo>
                  <a:lnTo>
                    <a:pt x="508209" y="273162"/>
                  </a:lnTo>
                  <a:lnTo>
                    <a:pt x="504115" y="224041"/>
                  </a:lnTo>
                  <a:lnTo>
                    <a:pt x="492312" y="177817"/>
                  </a:lnTo>
                  <a:lnTo>
                    <a:pt x="473517" y="135258"/>
                  </a:lnTo>
                  <a:lnTo>
                    <a:pt x="448448" y="97136"/>
                  </a:lnTo>
                  <a:lnTo>
                    <a:pt x="417823" y="64219"/>
                  </a:lnTo>
                  <a:lnTo>
                    <a:pt x="382358" y="37278"/>
                  </a:lnTo>
                  <a:lnTo>
                    <a:pt x="342772" y="17081"/>
                  </a:lnTo>
                  <a:lnTo>
                    <a:pt x="299781" y="4398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3030" y="4760382"/>
            <a:ext cx="158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73627" y="5982057"/>
            <a:ext cx="518159" cy="556260"/>
            <a:chOff x="973627" y="5982057"/>
            <a:chExt cx="518159" cy="556260"/>
          </a:xfrm>
        </p:grpSpPr>
        <p:sp>
          <p:nvSpPr>
            <p:cNvPr id="29" name="object 29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8401" y="5986831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54667" y="6095643"/>
            <a:ext cx="154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3627" y="6649684"/>
            <a:ext cx="518159" cy="556260"/>
            <a:chOff x="973627" y="6649684"/>
            <a:chExt cx="518159" cy="556260"/>
          </a:xfrm>
        </p:grpSpPr>
        <p:sp>
          <p:nvSpPr>
            <p:cNvPr id="33" name="object 33"/>
            <p:cNvSpPr/>
            <p:nvPr/>
          </p:nvSpPr>
          <p:spPr>
            <a:xfrm>
              <a:off x="978401" y="6654458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546515"/>
                  </a:moveTo>
                  <a:lnTo>
                    <a:pt x="208427" y="542110"/>
                  </a:lnTo>
                  <a:lnTo>
                    <a:pt x="165437" y="529411"/>
                  </a:lnTo>
                  <a:lnTo>
                    <a:pt x="125850" y="509191"/>
                  </a:lnTo>
                  <a:lnTo>
                    <a:pt x="90386" y="482224"/>
                  </a:lnTo>
                  <a:lnTo>
                    <a:pt x="59760" y="449284"/>
                  </a:lnTo>
                  <a:lnTo>
                    <a:pt x="34691" y="411143"/>
                  </a:lnTo>
                  <a:lnTo>
                    <a:pt x="15896" y="368576"/>
                  </a:lnTo>
                  <a:lnTo>
                    <a:pt x="4093" y="322356"/>
                  </a:lnTo>
                  <a:lnTo>
                    <a:pt x="0" y="273257"/>
                  </a:lnTo>
                  <a:lnTo>
                    <a:pt x="4093" y="224158"/>
                  </a:lnTo>
                  <a:lnTo>
                    <a:pt x="15896" y="177939"/>
                  </a:lnTo>
                  <a:lnTo>
                    <a:pt x="34691" y="135372"/>
                  </a:lnTo>
                  <a:lnTo>
                    <a:pt x="59760" y="97231"/>
                  </a:lnTo>
                  <a:lnTo>
                    <a:pt x="90386" y="64291"/>
                  </a:lnTo>
                  <a:lnTo>
                    <a:pt x="125850" y="37324"/>
                  </a:lnTo>
                  <a:lnTo>
                    <a:pt x="165437" y="17104"/>
                  </a:lnTo>
                  <a:lnTo>
                    <a:pt x="208427" y="4404"/>
                  </a:lnTo>
                  <a:lnTo>
                    <a:pt x="254104" y="0"/>
                  </a:lnTo>
                  <a:lnTo>
                    <a:pt x="299781" y="4401"/>
                  </a:lnTo>
                  <a:lnTo>
                    <a:pt x="342772" y="17093"/>
                  </a:lnTo>
                  <a:lnTo>
                    <a:pt x="382358" y="37302"/>
                  </a:lnTo>
                  <a:lnTo>
                    <a:pt x="417823" y="64259"/>
                  </a:lnTo>
                  <a:lnTo>
                    <a:pt x="448448" y="97192"/>
                  </a:lnTo>
                  <a:lnTo>
                    <a:pt x="473517" y="135329"/>
                  </a:lnTo>
                  <a:lnTo>
                    <a:pt x="492312" y="177900"/>
                  </a:lnTo>
                  <a:lnTo>
                    <a:pt x="504115" y="224133"/>
                  </a:lnTo>
                  <a:lnTo>
                    <a:pt x="508209" y="273257"/>
                  </a:lnTo>
                  <a:lnTo>
                    <a:pt x="504115" y="322382"/>
                  </a:lnTo>
                  <a:lnTo>
                    <a:pt x="492312" y="368615"/>
                  </a:lnTo>
                  <a:lnTo>
                    <a:pt x="473517" y="411186"/>
                  </a:lnTo>
                  <a:lnTo>
                    <a:pt x="448448" y="449323"/>
                  </a:lnTo>
                  <a:lnTo>
                    <a:pt x="417823" y="482256"/>
                  </a:lnTo>
                  <a:lnTo>
                    <a:pt x="382358" y="509213"/>
                  </a:lnTo>
                  <a:lnTo>
                    <a:pt x="342772" y="529422"/>
                  </a:lnTo>
                  <a:lnTo>
                    <a:pt x="299781" y="542114"/>
                  </a:lnTo>
                  <a:lnTo>
                    <a:pt x="254104" y="546515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8401" y="6654458"/>
              <a:ext cx="508634" cy="546735"/>
            </a:xfrm>
            <a:custGeom>
              <a:avLst/>
              <a:gdLst/>
              <a:ahLst/>
              <a:cxnLst/>
              <a:rect l="l" t="t" r="r" b="b"/>
              <a:pathLst>
                <a:path w="508634" h="546734">
                  <a:moveTo>
                    <a:pt x="254104" y="0"/>
                  </a:moveTo>
                  <a:lnTo>
                    <a:pt x="208427" y="4404"/>
                  </a:lnTo>
                  <a:lnTo>
                    <a:pt x="165437" y="17104"/>
                  </a:lnTo>
                  <a:lnTo>
                    <a:pt x="125850" y="37324"/>
                  </a:lnTo>
                  <a:lnTo>
                    <a:pt x="90386" y="64291"/>
                  </a:lnTo>
                  <a:lnTo>
                    <a:pt x="59760" y="97231"/>
                  </a:lnTo>
                  <a:lnTo>
                    <a:pt x="34691" y="135372"/>
                  </a:lnTo>
                  <a:lnTo>
                    <a:pt x="15896" y="177939"/>
                  </a:lnTo>
                  <a:lnTo>
                    <a:pt x="4093" y="224158"/>
                  </a:lnTo>
                  <a:lnTo>
                    <a:pt x="0" y="273257"/>
                  </a:lnTo>
                  <a:lnTo>
                    <a:pt x="4093" y="322356"/>
                  </a:lnTo>
                  <a:lnTo>
                    <a:pt x="15896" y="368576"/>
                  </a:lnTo>
                  <a:lnTo>
                    <a:pt x="34691" y="411143"/>
                  </a:lnTo>
                  <a:lnTo>
                    <a:pt x="59760" y="449284"/>
                  </a:lnTo>
                  <a:lnTo>
                    <a:pt x="90386" y="482224"/>
                  </a:lnTo>
                  <a:lnTo>
                    <a:pt x="125850" y="509191"/>
                  </a:lnTo>
                  <a:lnTo>
                    <a:pt x="165437" y="529411"/>
                  </a:lnTo>
                  <a:lnTo>
                    <a:pt x="208427" y="542110"/>
                  </a:lnTo>
                  <a:lnTo>
                    <a:pt x="254104" y="546515"/>
                  </a:lnTo>
                  <a:lnTo>
                    <a:pt x="299781" y="542114"/>
                  </a:lnTo>
                  <a:lnTo>
                    <a:pt x="342772" y="529422"/>
                  </a:lnTo>
                  <a:lnTo>
                    <a:pt x="382358" y="509213"/>
                  </a:lnTo>
                  <a:lnTo>
                    <a:pt x="417823" y="482256"/>
                  </a:lnTo>
                  <a:lnTo>
                    <a:pt x="448448" y="449323"/>
                  </a:lnTo>
                  <a:lnTo>
                    <a:pt x="473517" y="411186"/>
                  </a:lnTo>
                  <a:lnTo>
                    <a:pt x="492312" y="368615"/>
                  </a:lnTo>
                  <a:lnTo>
                    <a:pt x="504115" y="322382"/>
                  </a:lnTo>
                  <a:lnTo>
                    <a:pt x="508209" y="273257"/>
                  </a:lnTo>
                  <a:lnTo>
                    <a:pt x="504115" y="224133"/>
                  </a:lnTo>
                  <a:lnTo>
                    <a:pt x="492312" y="177900"/>
                  </a:lnTo>
                  <a:lnTo>
                    <a:pt x="473517" y="135329"/>
                  </a:lnTo>
                  <a:lnTo>
                    <a:pt x="448448" y="97192"/>
                  </a:lnTo>
                  <a:lnTo>
                    <a:pt x="417823" y="64259"/>
                  </a:lnTo>
                  <a:lnTo>
                    <a:pt x="382358" y="37302"/>
                  </a:lnTo>
                  <a:lnTo>
                    <a:pt x="342772" y="17093"/>
                  </a:lnTo>
                  <a:lnTo>
                    <a:pt x="299781" y="4401"/>
                  </a:lnTo>
                  <a:lnTo>
                    <a:pt x="254104" y="0"/>
                  </a:lnTo>
                  <a:close/>
                </a:path>
              </a:pathLst>
            </a:custGeom>
            <a:ln w="9547">
              <a:solidFill>
                <a:srgbClr val="FD61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51095" y="6763270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8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2831212" y="0"/>
            <a:ext cx="5457190" cy="6689725"/>
          </a:xfrm>
          <a:custGeom>
            <a:avLst/>
            <a:gdLst/>
            <a:ahLst/>
            <a:cxnLst/>
            <a:rect l="l" t="t" r="r" b="b"/>
            <a:pathLst>
              <a:path w="5457190" h="6689725">
                <a:moveTo>
                  <a:pt x="129367" y="0"/>
                </a:moveTo>
                <a:lnTo>
                  <a:pt x="116436" y="59953"/>
                </a:lnTo>
                <a:lnTo>
                  <a:pt x="107086" y="105648"/>
                </a:lnTo>
                <a:lnTo>
                  <a:pt x="98114" y="151481"/>
                </a:lnTo>
                <a:lnTo>
                  <a:pt x="89522" y="197448"/>
                </a:lnTo>
                <a:lnTo>
                  <a:pt x="81313" y="243549"/>
                </a:lnTo>
                <a:lnTo>
                  <a:pt x="73487" y="289781"/>
                </a:lnTo>
                <a:lnTo>
                  <a:pt x="66047" y="336144"/>
                </a:lnTo>
                <a:lnTo>
                  <a:pt x="58995" y="382635"/>
                </a:lnTo>
                <a:lnTo>
                  <a:pt x="52331" y="429252"/>
                </a:lnTo>
                <a:lnTo>
                  <a:pt x="46058" y="475995"/>
                </a:lnTo>
                <a:lnTo>
                  <a:pt x="40177" y="522860"/>
                </a:lnTo>
                <a:lnTo>
                  <a:pt x="34690" y="569847"/>
                </a:lnTo>
                <a:lnTo>
                  <a:pt x="29599" y="616954"/>
                </a:lnTo>
                <a:lnTo>
                  <a:pt x="24906" y="664179"/>
                </a:lnTo>
                <a:lnTo>
                  <a:pt x="20612" y="711520"/>
                </a:lnTo>
                <a:lnTo>
                  <a:pt x="16718" y="758976"/>
                </a:lnTo>
                <a:lnTo>
                  <a:pt x="13228" y="806544"/>
                </a:lnTo>
                <a:lnTo>
                  <a:pt x="10141" y="854224"/>
                </a:lnTo>
                <a:lnTo>
                  <a:pt x="7461" y="902014"/>
                </a:lnTo>
                <a:lnTo>
                  <a:pt x="5188" y="949911"/>
                </a:lnTo>
                <a:lnTo>
                  <a:pt x="3325" y="997915"/>
                </a:lnTo>
                <a:lnTo>
                  <a:pt x="1873" y="1046023"/>
                </a:lnTo>
                <a:lnTo>
                  <a:pt x="833" y="1094234"/>
                </a:lnTo>
                <a:lnTo>
                  <a:pt x="208" y="1142546"/>
                </a:lnTo>
                <a:lnTo>
                  <a:pt x="0" y="1190957"/>
                </a:lnTo>
                <a:lnTo>
                  <a:pt x="208" y="1239368"/>
                </a:lnTo>
                <a:lnTo>
                  <a:pt x="833" y="1287680"/>
                </a:lnTo>
                <a:lnTo>
                  <a:pt x="1872" y="1335890"/>
                </a:lnTo>
                <a:lnTo>
                  <a:pt x="3325" y="1383998"/>
                </a:lnTo>
                <a:lnTo>
                  <a:pt x="5188" y="1432002"/>
                </a:lnTo>
                <a:lnTo>
                  <a:pt x="7461" y="1479899"/>
                </a:lnTo>
                <a:lnTo>
                  <a:pt x="10141" y="1527689"/>
                </a:lnTo>
                <a:lnTo>
                  <a:pt x="13227" y="1575369"/>
                </a:lnTo>
                <a:lnTo>
                  <a:pt x="16718" y="1622938"/>
                </a:lnTo>
                <a:lnTo>
                  <a:pt x="20611" y="1670394"/>
                </a:lnTo>
                <a:lnTo>
                  <a:pt x="24905" y="1717735"/>
                </a:lnTo>
                <a:lnTo>
                  <a:pt x="29598" y="1764960"/>
                </a:lnTo>
                <a:lnTo>
                  <a:pt x="34689" y="1812066"/>
                </a:lnTo>
                <a:lnTo>
                  <a:pt x="40176" y="1859053"/>
                </a:lnTo>
                <a:lnTo>
                  <a:pt x="46056" y="1905919"/>
                </a:lnTo>
                <a:lnTo>
                  <a:pt x="52329" y="1952661"/>
                </a:lnTo>
                <a:lnTo>
                  <a:pt x="58993" y="1999279"/>
                </a:lnTo>
                <a:lnTo>
                  <a:pt x="66045" y="2045769"/>
                </a:lnTo>
                <a:lnTo>
                  <a:pt x="73485" y="2092132"/>
                </a:lnTo>
                <a:lnTo>
                  <a:pt x="81310" y="2138365"/>
                </a:lnTo>
                <a:lnTo>
                  <a:pt x="89519" y="2184465"/>
                </a:lnTo>
                <a:lnTo>
                  <a:pt x="98110" y="2230433"/>
                </a:lnTo>
                <a:lnTo>
                  <a:pt x="107082" y="2276265"/>
                </a:lnTo>
                <a:lnTo>
                  <a:pt x="116432" y="2321961"/>
                </a:lnTo>
                <a:lnTo>
                  <a:pt x="126160" y="2367518"/>
                </a:lnTo>
                <a:lnTo>
                  <a:pt x="136263" y="2412935"/>
                </a:lnTo>
                <a:lnTo>
                  <a:pt x="146739" y="2458210"/>
                </a:lnTo>
                <a:lnTo>
                  <a:pt x="157587" y="2503341"/>
                </a:lnTo>
                <a:lnTo>
                  <a:pt x="168806" y="2548327"/>
                </a:lnTo>
                <a:lnTo>
                  <a:pt x="180393" y="2593166"/>
                </a:lnTo>
                <a:lnTo>
                  <a:pt x="192346" y="2637856"/>
                </a:lnTo>
                <a:lnTo>
                  <a:pt x="204665" y="2682396"/>
                </a:lnTo>
                <a:lnTo>
                  <a:pt x="217348" y="2726783"/>
                </a:lnTo>
                <a:lnTo>
                  <a:pt x="230392" y="2771017"/>
                </a:lnTo>
                <a:lnTo>
                  <a:pt x="243795" y="2815095"/>
                </a:lnTo>
                <a:lnTo>
                  <a:pt x="257558" y="2859016"/>
                </a:lnTo>
                <a:lnTo>
                  <a:pt x="271676" y="2902778"/>
                </a:lnTo>
                <a:lnTo>
                  <a:pt x="286150" y="2946380"/>
                </a:lnTo>
                <a:lnTo>
                  <a:pt x="300977" y="2989819"/>
                </a:lnTo>
                <a:lnTo>
                  <a:pt x="316155" y="3033094"/>
                </a:lnTo>
                <a:lnTo>
                  <a:pt x="331683" y="3076203"/>
                </a:lnTo>
                <a:lnTo>
                  <a:pt x="347560" y="3119145"/>
                </a:lnTo>
                <a:lnTo>
                  <a:pt x="363782" y="3161917"/>
                </a:lnTo>
                <a:lnTo>
                  <a:pt x="380349" y="3204519"/>
                </a:lnTo>
                <a:lnTo>
                  <a:pt x="397259" y="3246948"/>
                </a:lnTo>
                <a:lnTo>
                  <a:pt x="414511" y="3289202"/>
                </a:lnTo>
                <a:lnTo>
                  <a:pt x="432102" y="3331281"/>
                </a:lnTo>
                <a:lnTo>
                  <a:pt x="450030" y="3373182"/>
                </a:lnTo>
                <a:lnTo>
                  <a:pt x="468295" y="3414904"/>
                </a:lnTo>
                <a:lnTo>
                  <a:pt x="486894" y="3456445"/>
                </a:lnTo>
                <a:lnTo>
                  <a:pt x="505826" y="3497802"/>
                </a:lnTo>
                <a:lnTo>
                  <a:pt x="525090" y="3538976"/>
                </a:lnTo>
                <a:lnTo>
                  <a:pt x="544682" y="3579963"/>
                </a:lnTo>
                <a:lnTo>
                  <a:pt x="564602" y="3620762"/>
                </a:lnTo>
                <a:lnTo>
                  <a:pt x="584848" y="3661371"/>
                </a:lnTo>
                <a:lnTo>
                  <a:pt x="605418" y="3701789"/>
                </a:lnTo>
                <a:lnTo>
                  <a:pt x="626311" y="3742015"/>
                </a:lnTo>
                <a:lnTo>
                  <a:pt x="647524" y="3782045"/>
                </a:lnTo>
                <a:lnTo>
                  <a:pt x="669056" y="3821879"/>
                </a:lnTo>
                <a:lnTo>
                  <a:pt x="690906" y="3861515"/>
                </a:lnTo>
                <a:lnTo>
                  <a:pt x="713072" y="3900951"/>
                </a:lnTo>
                <a:lnTo>
                  <a:pt x="735552" y="3940185"/>
                </a:lnTo>
                <a:lnTo>
                  <a:pt x="758343" y="3979216"/>
                </a:lnTo>
                <a:lnTo>
                  <a:pt x="781446" y="4018043"/>
                </a:lnTo>
                <a:lnTo>
                  <a:pt x="804857" y="4056662"/>
                </a:lnTo>
                <a:lnTo>
                  <a:pt x="828576" y="4095073"/>
                </a:lnTo>
                <a:lnTo>
                  <a:pt x="852600" y="4133275"/>
                </a:lnTo>
                <a:lnTo>
                  <a:pt x="876927" y="4171264"/>
                </a:lnTo>
                <a:lnTo>
                  <a:pt x="901557" y="4209040"/>
                </a:lnTo>
                <a:lnTo>
                  <a:pt x="926487" y="4246601"/>
                </a:lnTo>
                <a:lnTo>
                  <a:pt x="951716" y="4283945"/>
                </a:lnTo>
                <a:lnTo>
                  <a:pt x="977242" y="4321070"/>
                </a:lnTo>
                <a:lnTo>
                  <a:pt x="1003063" y="4357975"/>
                </a:lnTo>
                <a:lnTo>
                  <a:pt x="1029177" y="4394658"/>
                </a:lnTo>
                <a:lnTo>
                  <a:pt x="1055584" y="4431117"/>
                </a:lnTo>
                <a:lnTo>
                  <a:pt x="1082280" y="4467351"/>
                </a:lnTo>
                <a:lnTo>
                  <a:pt x="1109265" y="4503358"/>
                </a:lnTo>
                <a:lnTo>
                  <a:pt x="1136537" y="4539136"/>
                </a:lnTo>
                <a:lnTo>
                  <a:pt x="1164094" y="4574683"/>
                </a:lnTo>
                <a:lnTo>
                  <a:pt x="1191934" y="4609999"/>
                </a:lnTo>
                <a:lnTo>
                  <a:pt x="1220055" y="4645080"/>
                </a:lnTo>
                <a:lnTo>
                  <a:pt x="1248457" y="4679926"/>
                </a:lnTo>
                <a:lnTo>
                  <a:pt x="1277137" y="4714534"/>
                </a:lnTo>
                <a:lnTo>
                  <a:pt x="1306093" y="4748904"/>
                </a:lnTo>
                <a:lnTo>
                  <a:pt x="1335324" y="4783032"/>
                </a:lnTo>
                <a:lnTo>
                  <a:pt x="1364828" y="4816919"/>
                </a:lnTo>
                <a:lnTo>
                  <a:pt x="1394604" y="4850561"/>
                </a:lnTo>
                <a:lnTo>
                  <a:pt x="1424649" y="4883957"/>
                </a:lnTo>
                <a:lnTo>
                  <a:pt x="1454963" y="4917106"/>
                </a:lnTo>
                <a:lnTo>
                  <a:pt x="1485542" y="4950005"/>
                </a:lnTo>
                <a:lnTo>
                  <a:pt x="1516386" y="4982654"/>
                </a:lnTo>
                <a:lnTo>
                  <a:pt x="1547493" y="5015049"/>
                </a:lnTo>
                <a:lnTo>
                  <a:pt x="1578861" y="5047191"/>
                </a:lnTo>
                <a:lnTo>
                  <a:pt x="1610489" y="5079076"/>
                </a:lnTo>
                <a:lnTo>
                  <a:pt x="1642374" y="5110704"/>
                </a:lnTo>
                <a:lnTo>
                  <a:pt x="1674516" y="5142072"/>
                </a:lnTo>
                <a:lnTo>
                  <a:pt x="1706912" y="5173179"/>
                </a:lnTo>
                <a:lnTo>
                  <a:pt x="1739560" y="5204023"/>
                </a:lnTo>
                <a:lnTo>
                  <a:pt x="1772460" y="5234603"/>
                </a:lnTo>
                <a:lnTo>
                  <a:pt x="1805609" y="5264916"/>
                </a:lnTo>
                <a:lnTo>
                  <a:pt x="1839005" y="5294961"/>
                </a:lnTo>
                <a:lnTo>
                  <a:pt x="1872647" y="5324737"/>
                </a:lnTo>
                <a:lnTo>
                  <a:pt x="1906533" y="5354241"/>
                </a:lnTo>
                <a:lnTo>
                  <a:pt x="1940662" y="5383472"/>
                </a:lnTo>
                <a:lnTo>
                  <a:pt x="1975031" y="5412429"/>
                </a:lnTo>
                <a:lnTo>
                  <a:pt x="2009640" y="5441108"/>
                </a:lnTo>
                <a:lnTo>
                  <a:pt x="2044485" y="5469510"/>
                </a:lnTo>
                <a:lnTo>
                  <a:pt x="2079567" y="5497632"/>
                </a:lnTo>
                <a:lnTo>
                  <a:pt x="2114882" y="5525472"/>
                </a:lnTo>
                <a:lnTo>
                  <a:pt x="2150429" y="5553028"/>
                </a:lnTo>
                <a:lnTo>
                  <a:pt x="2186207" y="5580300"/>
                </a:lnTo>
                <a:lnTo>
                  <a:pt x="2222214" y="5607285"/>
                </a:lnTo>
                <a:lnTo>
                  <a:pt x="2258448" y="5633982"/>
                </a:lnTo>
                <a:lnTo>
                  <a:pt x="2294907" y="5660388"/>
                </a:lnTo>
                <a:lnTo>
                  <a:pt x="2331590" y="5686503"/>
                </a:lnTo>
                <a:lnTo>
                  <a:pt x="2368495" y="5712324"/>
                </a:lnTo>
                <a:lnTo>
                  <a:pt x="2405621" y="5737849"/>
                </a:lnTo>
                <a:lnTo>
                  <a:pt x="2442965" y="5763078"/>
                </a:lnTo>
                <a:lnTo>
                  <a:pt x="2480525" y="5788008"/>
                </a:lnTo>
                <a:lnTo>
                  <a:pt x="2518301" y="5812638"/>
                </a:lnTo>
                <a:lnTo>
                  <a:pt x="2556291" y="5836966"/>
                </a:lnTo>
                <a:lnTo>
                  <a:pt x="2594492" y="5860990"/>
                </a:lnTo>
                <a:lnTo>
                  <a:pt x="2632903" y="5884708"/>
                </a:lnTo>
                <a:lnTo>
                  <a:pt x="2671523" y="5908120"/>
                </a:lnTo>
                <a:lnTo>
                  <a:pt x="2710349" y="5931222"/>
                </a:lnTo>
                <a:lnTo>
                  <a:pt x="2749380" y="5954014"/>
                </a:lnTo>
                <a:lnTo>
                  <a:pt x="2788615" y="5976494"/>
                </a:lnTo>
                <a:lnTo>
                  <a:pt x="2828050" y="5998659"/>
                </a:lnTo>
                <a:lnTo>
                  <a:pt x="2867686" y="6020509"/>
                </a:lnTo>
                <a:lnTo>
                  <a:pt x="2907520" y="6042042"/>
                </a:lnTo>
                <a:lnTo>
                  <a:pt x="2947551" y="6063255"/>
                </a:lnTo>
                <a:lnTo>
                  <a:pt x="2987776" y="6084148"/>
                </a:lnTo>
                <a:lnTo>
                  <a:pt x="3028194" y="6104718"/>
                </a:lnTo>
                <a:lnTo>
                  <a:pt x="3068804" y="6124964"/>
                </a:lnTo>
                <a:lnTo>
                  <a:pt x="3109603" y="6144884"/>
                </a:lnTo>
                <a:lnTo>
                  <a:pt x="3150590" y="6164476"/>
                </a:lnTo>
                <a:lnTo>
                  <a:pt x="3191763" y="6183739"/>
                </a:lnTo>
                <a:lnTo>
                  <a:pt x="3233121" y="6202671"/>
                </a:lnTo>
                <a:lnTo>
                  <a:pt x="3274661" y="6221270"/>
                </a:lnTo>
                <a:lnTo>
                  <a:pt x="3316383" y="6239535"/>
                </a:lnTo>
                <a:lnTo>
                  <a:pt x="3358284" y="6257464"/>
                </a:lnTo>
                <a:lnTo>
                  <a:pt x="3400363" y="6275055"/>
                </a:lnTo>
                <a:lnTo>
                  <a:pt x="3442617" y="6292306"/>
                </a:lnTo>
                <a:lnTo>
                  <a:pt x="3485047" y="6309216"/>
                </a:lnTo>
                <a:lnTo>
                  <a:pt x="3527648" y="6325783"/>
                </a:lnTo>
                <a:lnTo>
                  <a:pt x="3570421" y="6342006"/>
                </a:lnTo>
                <a:lnTo>
                  <a:pt x="3613362" y="6357882"/>
                </a:lnTo>
                <a:lnTo>
                  <a:pt x="3656471" y="6373410"/>
                </a:lnTo>
                <a:lnTo>
                  <a:pt x="3699746" y="6388589"/>
                </a:lnTo>
                <a:lnTo>
                  <a:pt x="3743185" y="6403415"/>
                </a:lnTo>
                <a:lnTo>
                  <a:pt x="3786787" y="6417889"/>
                </a:lnTo>
                <a:lnTo>
                  <a:pt x="3830549" y="6432008"/>
                </a:lnTo>
                <a:lnTo>
                  <a:pt x="3874470" y="6445770"/>
                </a:lnTo>
                <a:lnTo>
                  <a:pt x="3918548" y="6459174"/>
                </a:lnTo>
                <a:lnTo>
                  <a:pt x="3962782" y="6472218"/>
                </a:lnTo>
                <a:lnTo>
                  <a:pt x="4007169" y="6484900"/>
                </a:lnTo>
                <a:lnTo>
                  <a:pt x="4051709" y="6497219"/>
                </a:lnTo>
                <a:lnTo>
                  <a:pt x="4096399" y="6509173"/>
                </a:lnTo>
                <a:lnTo>
                  <a:pt x="4141238" y="6520760"/>
                </a:lnTo>
                <a:lnTo>
                  <a:pt x="4186224" y="6531978"/>
                </a:lnTo>
                <a:lnTo>
                  <a:pt x="4231355" y="6542827"/>
                </a:lnTo>
                <a:lnTo>
                  <a:pt x="4276630" y="6553303"/>
                </a:lnTo>
                <a:lnTo>
                  <a:pt x="4322047" y="6563406"/>
                </a:lnTo>
                <a:lnTo>
                  <a:pt x="4367604" y="6573133"/>
                </a:lnTo>
                <a:lnTo>
                  <a:pt x="4413300" y="6582484"/>
                </a:lnTo>
                <a:lnTo>
                  <a:pt x="4459132" y="6591455"/>
                </a:lnTo>
                <a:lnTo>
                  <a:pt x="4505100" y="6600046"/>
                </a:lnTo>
                <a:lnTo>
                  <a:pt x="4551200" y="6608256"/>
                </a:lnTo>
                <a:lnTo>
                  <a:pt x="4597433" y="6616081"/>
                </a:lnTo>
                <a:lnTo>
                  <a:pt x="4643796" y="6623521"/>
                </a:lnTo>
                <a:lnTo>
                  <a:pt x="4690286" y="6630573"/>
                </a:lnTo>
                <a:lnTo>
                  <a:pt x="4736904" y="6637237"/>
                </a:lnTo>
                <a:lnTo>
                  <a:pt x="4783646" y="6643510"/>
                </a:lnTo>
                <a:lnTo>
                  <a:pt x="4830512" y="6649390"/>
                </a:lnTo>
                <a:lnTo>
                  <a:pt x="4877499" y="6654877"/>
                </a:lnTo>
                <a:lnTo>
                  <a:pt x="4924605" y="6659967"/>
                </a:lnTo>
                <a:lnTo>
                  <a:pt x="4971830" y="6664660"/>
                </a:lnTo>
                <a:lnTo>
                  <a:pt x="5019171" y="6668955"/>
                </a:lnTo>
                <a:lnTo>
                  <a:pt x="5066627" y="6672848"/>
                </a:lnTo>
                <a:lnTo>
                  <a:pt x="5114196" y="6676338"/>
                </a:lnTo>
                <a:lnTo>
                  <a:pt x="5161876" y="6679425"/>
                </a:lnTo>
                <a:lnTo>
                  <a:pt x="5209666" y="6682105"/>
                </a:lnTo>
                <a:lnTo>
                  <a:pt x="5257563" y="6684378"/>
                </a:lnTo>
                <a:lnTo>
                  <a:pt x="5305567" y="6686241"/>
                </a:lnTo>
                <a:lnTo>
                  <a:pt x="5353675" y="6687693"/>
                </a:lnTo>
                <a:lnTo>
                  <a:pt x="5401885" y="6688733"/>
                </a:lnTo>
                <a:lnTo>
                  <a:pt x="5450197" y="6689357"/>
                </a:lnTo>
                <a:lnTo>
                  <a:pt x="5456787" y="6689386"/>
                </a:lnTo>
              </a:path>
            </a:pathLst>
          </a:custGeom>
          <a:ln w="9527">
            <a:solidFill>
              <a:srgbClr val="FD61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10" dirty="0"/>
              <a:t>LIMITATIONS</a:t>
            </a: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9950" y="2680306"/>
            <a:ext cx="104774" cy="10477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9950" y="3518506"/>
            <a:ext cx="104774" cy="10477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4356706"/>
            <a:ext cx="104774" cy="10477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5194906"/>
            <a:ext cx="104774" cy="104774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800575" y="1626237"/>
            <a:ext cx="13830300" cy="422402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2800" b="1" dirty="0">
                <a:latin typeface="Times New Roman"/>
                <a:cs typeface="Times New Roman"/>
              </a:rPr>
              <a:t>Advantages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Unified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Workflow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Centralizes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job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posting,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applications,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platform.</a:t>
            </a:r>
            <a:endParaRPr sz="2800">
              <a:latin typeface="Times New Roman"/>
              <a:cs typeface="Times New Roman"/>
            </a:endParaRPr>
          </a:p>
          <a:p>
            <a:pPr marL="349885" marR="76390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AI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Productivity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Gemini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specific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interview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questions instantly.</a:t>
            </a:r>
            <a:endParaRPr sz="2800">
              <a:latin typeface="Times New Roman"/>
              <a:cs typeface="Times New Roman"/>
            </a:endParaRPr>
          </a:p>
          <a:p>
            <a:pPr marL="349885" marR="85280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Modern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UI/UX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Neo-</a:t>
            </a:r>
            <a:r>
              <a:rPr sz="2800" dirty="0">
                <a:latin typeface="Times New Roman"/>
                <a:cs typeface="Times New Roman"/>
              </a:rPr>
              <a:t>Brutalist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dashboards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engaging experience.</a:t>
            </a:r>
            <a:endParaRPr sz="2800">
              <a:latin typeface="Times New Roman"/>
              <a:cs typeface="Times New Roman"/>
            </a:endParaRPr>
          </a:p>
          <a:p>
            <a:pPr marL="349885" marR="131508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Automated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Communication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SMTP-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instant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OTP </a:t>
            </a:r>
            <a:r>
              <a:rPr sz="2800" spc="-10" dirty="0">
                <a:latin typeface="Times New Roman"/>
                <a:cs typeface="Times New Roman"/>
              </a:rPr>
              <a:t>verification.</a:t>
            </a:r>
            <a:endParaRPr sz="2800">
              <a:latin typeface="Times New Roman"/>
              <a:cs typeface="Times New Roman"/>
            </a:endParaRPr>
          </a:p>
          <a:p>
            <a:pPr marL="349885" marR="64579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Strong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Security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JWT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role-based access.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38266" y="6655437"/>
            <a:ext cx="13050519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spc="-10" dirty="0">
                <a:latin typeface="Times New Roman"/>
                <a:cs typeface="Times New Roman"/>
              </a:rPr>
              <a:t>Limitations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300"/>
              </a:lnSpc>
              <a:spcBef>
                <a:spcPts val="130"/>
              </a:spcBef>
            </a:pPr>
            <a:r>
              <a:rPr sz="2800" b="1" dirty="0">
                <a:latin typeface="Times New Roman"/>
                <a:cs typeface="Times New Roman"/>
              </a:rPr>
              <a:t>API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Dependency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external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Gemini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API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SMTP,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fail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downtime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limits.</a:t>
            </a:r>
            <a:endParaRPr sz="2800">
              <a:latin typeface="Times New Roman"/>
              <a:cs typeface="Times New Roman"/>
            </a:endParaRPr>
          </a:p>
          <a:p>
            <a:pPr marL="12700" marR="687705">
              <a:lnSpc>
                <a:spcPts val="3300"/>
              </a:lnSpc>
            </a:pPr>
            <a:r>
              <a:rPr sz="2800" b="1" dirty="0">
                <a:latin typeface="Times New Roman"/>
                <a:cs typeface="Times New Roman"/>
              </a:rPr>
              <a:t>AI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Accuracy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questions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sometimes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complex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slightly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inaccurate, </a:t>
            </a:r>
            <a:r>
              <a:rPr sz="2800" dirty="0">
                <a:latin typeface="Times New Roman"/>
                <a:cs typeface="Times New Roman"/>
              </a:rPr>
              <a:t>requiring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review.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7290406"/>
            <a:ext cx="104774" cy="10477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9950" y="8128606"/>
            <a:ext cx="104774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0942" y="4415024"/>
            <a:ext cx="7399020" cy="172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8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1466</Words>
  <Application>Microsoft Office PowerPoint</Application>
  <PresentationFormat>Custom</PresentationFormat>
  <Paragraphs>301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Cambria</vt:lpstr>
      <vt:lpstr>Tahoma</vt:lpstr>
      <vt:lpstr>Times New Roman</vt:lpstr>
      <vt:lpstr>Trebuchet MS</vt:lpstr>
      <vt:lpstr>Office Theme</vt:lpstr>
      <vt:lpstr>Vel Tech Rangarajan Dr. Sagunthala R&amp;D Institute of Science and Technology 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fsad_rev_final_ppt.pptx</dc:title>
  <dc:creator>Yuvaraj Reddy</dc:creator>
  <cp:keywords>DAHIzwcf_tM,BAF9IVU6ySY,0</cp:keywords>
  <cp:lastModifiedBy>addankinagavinaygopi151@gmail.com</cp:lastModifiedBy>
  <cp:revision>3</cp:revision>
  <dcterms:created xsi:type="dcterms:W3CDTF">2026-05-05T17:44:39Z</dcterms:created>
  <dcterms:modified xsi:type="dcterms:W3CDTF">2026-05-05T19:39:45Z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2026-05-05T00:00:00Z</vt:filetime>
  </property>
  <property fmtid="{D5CDD505-2E9C-101B-9397-08002B2CF9AE}" pid="4" name="Creator">
    <vt:lpwstr>Canva</vt:lpwstr>
  </property>
  <property fmtid="{D5CDD505-2E9C-101B-9397-08002B2CF9AE}" pid="5" name="LastSaved">
    <vt:filetime>2026-05-05T00:00:00Z</vt:filetime>
  </property>
  <property fmtid="{D5CDD505-2E9C-101B-9397-08002B2CF9AE}" pid="6" name="Producer">
    <vt:lpwstr>Canva</vt:lpwstr>
  </property>
</Properties>
</file>